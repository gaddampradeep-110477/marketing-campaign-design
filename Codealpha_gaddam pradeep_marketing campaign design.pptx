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image" Target="../media/image13.svg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image" Target="../media/image13.svg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063D519-B4C6-4F26-A827-24009CE96EBF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97D9D5A-4CAA-488A-9CEA-D109E8222CE4}">
      <dgm:prSet/>
      <dgm:spPr/>
      <dgm:t>
        <a:bodyPr/>
        <a:lstStyle/>
        <a:p>
          <a:r>
            <a:rPr lang="en-US"/>
            <a:t>Target Audience-</a:t>
          </a:r>
        </a:p>
      </dgm:t>
    </dgm:pt>
    <dgm:pt modelId="{95952744-FE7D-4BD0-BC11-5B282DE62433}" type="parTrans" cxnId="{2162873E-FC7B-469B-B726-0AE41A1B3285}">
      <dgm:prSet/>
      <dgm:spPr/>
      <dgm:t>
        <a:bodyPr/>
        <a:lstStyle/>
        <a:p>
          <a:endParaRPr lang="en-US"/>
        </a:p>
      </dgm:t>
    </dgm:pt>
    <dgm:pt modelId="{D3C84A5C-1A02-4B41-B628-DC2289EF4B4B}" type="sibTrans" cxnId="{2162873E-FC7B-469B-B726-0AE41A1B3285}">
      <dgm:prSet/>
      <dgm:spPr/>
      <dgm:t>
        <a:bodyPr/>
        <a:lstStyle/>
        <a:p>
          <a:endParaRPr lang="en-US"/>
        </a:p>
      </dgm:t>
    </dgm:pt>
    <dgm:pt modelId="{1BB97388-806D-4032-8C72-BD3E4E1D7AFD}">
      <dgm:prSet/>
      <dgm:spPr/>
      <dgm:t>
        <a:bodyPr/>
        <a:lstStyle/>
        <a:p>
          <a:r>
            <a:rPr lang="en-US"/>
            <a:t>College students</a:t>
          </a:r>
        </a:p>
      </dgm:t>
    </dgm:pt>
    <dgm:pt modelId="{33CA5655-AABD-4911-A01A-C70F57BBA29F}" type="parTrans" cxnId="{9F712DE1-8DBB-4B18-9FEF-2D40D68A0C0C}">
      <dgm:prSet/>
      <dgm:spPr/>
      <dgm:t>
        <a:bodyPr/>
        <a:lstStyle/>
        <a:p>
          <a:endParaRPr lang="en-US"/>
        </a:p>
      </dgm:t>
    </dgm:pt>
    <dgm:pt modelId="{B2EE3F93-72EA-4BD2-B3F0-CBB5FF3E88D5}" type="sibTrans" cxnId="{9F712DE1-8DBB-4B18-9FEF-2D40D68A0C0C}">
      <dgm:prSet/>
      <dgm:spPr/>
      <dgm:t>
        <a:bodyPr/>
        <a:lstStyle/>
        <a:p>
          <a:endParaRPr lang="en-US"/>
        </a:p>
      </dgm:t>
    </dgm:pt>
    <dgm:pt modelId="{1B14755C-D47D-4CA4-80A8-D44C1BDD2A85}">
      <dgm:prSet/>
      <dgm:spPr/>
      <dgm:t>
        <a:bodyPr/>
        <a:lstStyle/>
        <a:p>
          <a:r>
            <a:rPr lang="en-US"/>
            <a:t>Working professionals</a:t>
          </a:r>
        </a:p>
      </dgm:t>
    </dgm:pt>
    <dgm:pt modelId="{2E4070D0-58BA-4E3A-95B4-22D87F312633}" type="parTrans" cxnId="{77B92A47-BF3D-4F82-88FF-99B0C71B707A}">
      <dgm:prSet/>
      <dgm:spPr/>
      <dgm:t>
        <a:bodyPr/>
        <a:lstStyle/>
        <a:p>
          <a:endParaRPr lang="en-US"/>
        </a:p>
      </dgm:t>
    </dgm:pt>
    <dgm:pt modelId="{85A06B5A-634F-4E8A-8B4E-12B10FC404F6}" type="sibTrans" cxnId="{77B92A47-BF3D-4F82-88FF-99B0C71B707A}">
      <dgm:prSet/>
      <dgm:spPr/>
      <dgm:t>
        <a:bodyPr/>
        <a:lstStyle/>
        <a:p>
          <a:endParaRPr lang="en-US"/>
        </a:p>
      </dgm:t>
    </dgm:pt>
    <dgm:pt modelId="{B58E245D-77BA-4DD7-89E0-45B5F96591BD}">
      <dgm:prSet/>
      <dgm:spPr/>
      <dgm:t>
        <a:bodyPr/>
        <a:lstStyle/>
        <a:p>
          <a:r>
            <a:rPr lang="en-US"/>
            <a:t>Families</a:t>
          </a:r>
        </a:p>
      </dgm:t>
    </dgm:pt>
    <dgm:pt modelId="{6CB1DE8C-20C9-4D48-BFFD-66576A467643}" type="parTrans" cxnId="{00E1CE3D-C541-4D31-8608-C4720FC0CD39}">
      <dgm:prSet/>
      <dgm:spPr/>
      <dgm:t>
        <a:bodyPr/>
        <a:lstStyle/>
        <a:p>
          <a:endParaRPr lang="en-US"/>
        </a:p>
      </dgm:t>
    </dgm:pt>
    <dgm:pt modelId="{695D48E7-87C4-4F42-ABB7-537E52DCB061}" type="sibTrans" cxnId="{00E1CE3D-C541-4D31-8608-C4720FC0CD39}">
      <dgm:prSet/>
      <dgm:spPr/>
      <dgm:t>
        <a:bodyPr/>
        <a:lstStyle/>
        <a:p>
          <a:endParaRPr lang="en-US"/>
        </a:p>
      </dgm:t>
    </dgm:pt>
    <dgm:pt modelId="{3CC157F6-1FD1-4EDA-88A5-3B72AC432C3F}">
      <dgm:prSet/>
      <dgm:spPr/>
      <dgm:t>
        <a:bodyPr/>
        <a:lstStyle/>
        <a:p>
          <a:r>
            <a:rPr lang="en-US"/>
            <a:t>Food lovers-</a:t>
          </a:r>
        </a:p>
      </dgm:t>
    </dgm:pt>
    <dgm:pt modelId="{5AEEB479-524F-4706-A813-3DA95DFF01F2}" type="parTrans" cxnId="{06D867EC-49EC-4D98-8089-736668CA83F1}">
      <dgm:prSet/>
      <dgm:spPr/>
      <dgm:t>
        <a:bodyPr/>
        <a:lstStyle/>
        <a:p>
          <a:endParaRPr lang="en-US"/>
        </a:p>
      </dgm:t>
    </dgm:pt>
    <dgm:pt modelId="{692256D4-D949-42AE-AB78-48357EFBEB29}" type="sibTrans" cxnId="{06D867EC-49EC-4D98-8089-736668CA83F1}">
      <dgm:prSet/>
      <dgm:spPr/>
      <dgm:t>
        <a:bodyPr/>
        <a:lstStyle/>
        <a:p>
          <a:endParaRPr lang="en-US"/>
        </a:p>
      </dgm:t>
    </dgm:pt>
    <dgm:pt modelId="{DA11BA81-A4FF-4819-AEFA-13E98059FD3B}">
      <dgm:prSet/>
      <dgm:spPr/>
      <dgm:t>
        <a:bodyPr/>
        <a:lstStyle/>
        <a:p>
          <a:r>
            <a:rPr lang="en-US"/>
            <a:t>People who prefer online ordering </a:t>
          </a:r>
        </a:p>
      </dgm:t>
    </dgm:pt>
    <dgm:pt modelId="{8FAFAD2D-2448-49AE-94BE-D174348BEFB5}" type="parTrans" cxnId="{F6B96664-B3B5-48D1-A590-6D503D9DE361}">
      <dgm:prSet/>
      <dgm:spPr/>
      <dgm:t>
        <a:bodyPr/>
        <a:lstStyle/>
        <a:p>
          <a:endParaRPr lang="en-US"/>
        </a:p>
      </dgm:t>
    </dgm:pt>
    <dgm:pt modelId="{4A6F9EE1-1A1D-4538-85C2-6F7A820E26C9}" type="sibTrans" cxnId="{F6B96664-B3B5-48D1-A590-6D503D9DE361}">
      <dgm:prSet/>
      <dgm:spPr/>
      <dgm:t>
        <a:bodyPr/>
        <a:lstStyle/>
        <a:p>
          <a:endParaRPr lang="en-US"/>
        </a:p>
      </dgm:t>
    </dgm:pt>
    <dgm:pt modelId="{1D45D25E-8C0A-49D4-B831-915DA9D8E1AC}">
      <dgm:prSet/>
      <dgm:spPr/>
      <dgm:t>
        <a:bodyPr/>
        <a:lstStyle/>
        <a:p>
          <a:r>
            <a:rPr lang="en-US"/>
            <a:t>Age group: 18–40 years</a:t>
          </a:r>
        </a:p>
      </dgm:t>
    </dgm:pt>
    <dgm:pt modelId="{F8627984-064E-4BCA-BC22-580FF04163E1}" type="parTrans" cxnId="{066E529B-75B7-4E4A-91CD-168E7F0D4596}">
      <dgm:prSet/>
      <dgm:spPr/>
      <dgm:t>
        <a:bodyPr/>
        <a:lstStyle/>
        <a:p>
          <a:endParaRPr lang="en-US"/>
        </a:p>
      </dgm:t>
    </dgm:pt>
    <dgm:pt modelId="{D7AC612A-73D3-45C7-B932-31F9398B76FB}" type="sibTrans" cxnId="{066E529B-75B7-4E4A-91CD-168E7F0D4596}">
      <dgm:prSet/>
      <dgm:spPr/>
      <dgm:t>
        <a:bodyPr/>
        <a:lstStyle/>
        <a:p>
          <a:endParaRPr lang="en-US"/>
        </a:p>
      </dgm:t>
    </dgm:pt>
    <dgm:pt modelId="{38BD6ADE-7309-4D9F-8952-969D35C5AE0F}" type="pres">
      <dgm:prSet presAssocID="{B063D519-B4C6-4F26-A827-24009CE96EBF}" presName="linear" presStyleCnt="0">
        <dgm:presLayoutVars>
          <dgm:animLvl val="lvl"/>
          <dgm:resizeHandles val="exact"/>
        </dgm:presLayoutVars>
      </dgm:prSet>
      <dgm:spPr/>
    </dgm:pt>
    <dgm:pt modelId="{979B51AF-06A6-4FC2-84EE-057CBD51123A}" type="pres">
      <dgm:prSet presAssocID="{997D9D5A-4CAA-488A-9CEA-D109E8222CE4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6E9851C6-42B4-43BB-A932-11587B7BE872}" type="pres">
      <dgm:prSet presAssocID="{997D9D5A-4CAA-488A-9CEA-D109E8222CE4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FF6D891E-8EBD-46CC-88D8-3A5B956F5E3F}" type="presOf" srcId="{B58E245D-77BA-4DD7-89E0-45B5F96591BD}" destId="{6E9851C6-42B4-43BB-A932-11587B7BE872}" srcOrd="0" destOrd="2" presId="urn:microsoft.com/office/officeart/2005/8/layout/vList2"/>
    <dgm:cxn modelId="{E16FEB27-B60D-4CAE-897C-0D0924E41031}" type="presOf" srcId="{3CC157F6-1FD1-4EDA-88A5-3B72AC432C3F}" destId="{6E9851C6-42B4-43BB-A932-11587B7BE872}" srcOrd="0" destOrd="3" presId="urn:microsoft.com/office/officeart/2005/8/layout/vList2"/>
    <dgm:cxn modelId="{A37CFF30-207A-46B7-9516-17C7CD56ABF2}" type="presOf" srcId="{1B14755C-D47D-4CA4-80A8-D44C1BDD2A85}" destId="{6E9851C6-42B4-43BB-A932-11587B7BE872}" srcOrd="0" destOrd="1" presId="urn:microsoft.com/office/officeart/2005/8/layout/vList2"/>
    <dgm:cxn modelId="{00E1CE3D-C541-4D31-8608-C4720FC0CD39}" srcId="{997D9D5A-4CAA-488A-9CEA-D109E8222CE4}" destId="{B58E245D-77BA-4DD7-89E0-45B5F96591BD}" srcOrd="2" destOrd="0" parTransId="{6CB1DE8C-20C9-4D48-BFFD-66576A467643}" sibTransId="{695D48E7-87C4-4F42-ABB7-537E52DCB061}"/>
    <dgm:cxn modelId="{2162873E-FC7B-469B-B726-0AE41A1B3285}" srcId="{B063D519-B4C6-4F26-A827-24009CE96EBF}" destId="{997D9D5A-4CAA-488A-9CEA-D109E8222CE4}" srcOrd="0" destOrd="0" parTransId="{95952744-FE7D-4BD0-BC11-5B282DE62433}" sibTransId="{D3C84A5C-1A02-4B41-B628-DC2289EF4B4B}"/>
    <dgm:cxn modelId="{9B1A2E5D-BEB0-4B53-9A8A-E9CF2528BBEC}" type="presOf" srcId="{B063D519-B4C6-4F26-A827-24009CE96EBF}" destId="{38BD6ADE-7309-4D9F-8952-969D35C5AE0F}" srcOrd="0" destOrd="0" presId="urn:microsoft.com/office/officeart/2005/8/layout/vList2"/>
    <dgm:cxn modelId="{F6B96664-B3B5-48D1-A590-6D503D9DE361}" srcId="{997D9D5A-4CAA-488A-9CEA-D109E8222CE4}" destId="{DA11BA81-A4FF-4819-AEFA-13E98059FD3B}" srcOrd="4" destOrd="0" parTransId="{8FAFAD2D-2448-49AE-94BE-D174348BEFB5}" sibTransId="{4A6F9EE1-1A1D-4538-85C2-6F7A820E26C9}"/>
    <dgm:cxn modelId="{0E468945-98D1-4D73-9EB4-F21A1CF44E43}" type="presOf" srcId="{997D9D5A-4CAA-488A-9CEA-D109E8222CE4}" destId="{979B51AF-06A6-4FC2-84EE-057CBD51123A}" srcOrd="0" destOrd="0" presId="urn:microsoft.com/office/officeart/2005/8/layout/vList2"/>
    <dgm:cxn modelId="{77B92A47-BF3D-4F82-88FF-99B0C71B707A}" srcId="{997D9D5A-4CAA-488A-9CEA-D109E8222CE4}" destId="{1B14755C-D47D-4CA4-80A8-D44C1BDD2A85}" srcOrd="1" destOrd="0" parTransId="{2E4070D0-58BA-4E3A-95B4-22D87F312633}" sibTransId="{85A06B5A-634F-4E8A-8B4E-12B10FC404F6}"/>
    <dgm:cxn modelId="{066E529B-75B7-4E4A-91CD-168E7F0D4596}" srcId="{997D9D5A-4CAA-488A-9CEA-D109E8222CE4}" destId="{1D45D25E-8C0A-49D4-B831-915DA9D8E1AC}" srcOrd="5" destOrd="0" parTransId="{F8627984-064E-4BCA-BC22-580FF04163E1}" sibTransId="{D7AC612A-73D3-45C7-B932-31F9398B76FB}"/>
    <dgm:cxn modelId="{6F6D9FC9-895F-4AE0-86DD-FD5AD0E5BBF4}" type="presOf" srcId="{1BB97388-806D-4032-8C72-BD3E4E1D7AFD}" destId="{6E9851C6-42B4-43BB-A932-11587B7BE872}" srcOrd="0" destOrd="0" presId="urn:microsoft.com/office/officeart/2005/8/layout/vList2"/>
    <dgm:cxn modelId="{553B15DE-A763-4BB3-9DD2-392B3ACF0813}" type="presOf" srcId="{DA11BA81-A4FF-4819-AEFA-13E98059FD3B}" destId="{6E9851C6-42B4-43BB-A932-11587B7BE872}" srcOrd="0" destOrd="4" presId="urn:microsoft.com/office/officeart/2005/8/layout/vList2"/>
    <dgm:cxn modelId="{9F712DE1-8DBB-4B18-9FEF-2D40D68A0C0C}" srcId="{997D9D5A-4CAA-488A-9CEA-D109E8222CE4}" destId="{1BB97388-806D-4032-8C72-BD3E4E1D7AFD}" srcOrd="0" destOrd="0" parTransId="{33CA5655-AABD-4911-A01A-C70F57BBA29F}" sibTransId="{B2EE3F93-72EA-4BD2-B3F0-CBB5FF3E88D5}"/>
    <dgm:cxn modelId="{06D867EC-49EC-4D98-8089-736668CA83F1}" srcId="{997D9D5A-4CAA-488A-9CEA-D109E8222CE4}" destId="{3CC157F6-1FD1-4EDA-88A5-3B72AC432C3F}" srcOrd="3" destOrd="0" parTransId="{5AEEB479-524F-4706-A813-3DA95DFF01F2}" sibTransId="{692256D4-D949-42AE-AB78-48357EFBEB29}"/>
    <dgm:cxn modelId="{5D5DE2FB-BE8B-47C5-8EBF-25A7827216D3}" type="presOf" srcId="{1D45D25E-8C0A-49D4-B831-915DA9D8E1AC}" destId="{6E9851C6-42B4-43BB-A932-11587B7BE872}" srcOrd="0" destOrd="5" presId="urn:microsoft.com/office/officeart/2005/8/layout/vList2"/>
    <dgm:cxn modelId="{8AD23444-B97D-4875-898E-6EB1497C014A}" type="presParOf" srcId="{38BD6ADE-7309-4D9F-8952-969D35C5AE0F}" destId="{979B51AF-06A6-4FC2-84EE-057CBD51123A}" srcOrd="0" destOrd="0" presId="urn:microsoft.com/office/officeart/2005/8/layout/vList2"/>
    <dgm:cxn modelId="{81855E6E-C308-4096-9C2B-40B7BD26EDDA}" type="presParOf" srcId="{38BD6ADE-7309-4D9F-8952-969D35C5AE0F}" destId="{6E9851C6-42B4-43BB-A932-11587B7BE872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D713DB6-CAB1-495F-8235-E77E19B3F34B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D96AEF8-2929-4D68-98E5-1F19348D3B12}">
      <dgm:prSet/>
      <dgm:spPr/>
      <dgm:t>
        <a:bodyPr/>
        <a:lstStyle/>
        <a:p>
          <a:r>
            <a:rPr lang="en-US" b="1"/>
            <a:t>Social Media Plan</a:t>
          </a:r>
          <a:endParaRPr lang="en-US"/>
        </a:p>
      </dgm:t>
    </dgm:pt>
    <dgm:pt modelId="{5582B01E-145B-49AA-847D-8631509A9212}" type="parTrans" cxnId="{73A46CD5-8DAE-4D12-A6E9-DCA61A59825D}">
      <dgm:prSet/>
      <dgm:spPr/>
      <dgm:t>
        <a:bodyPr/>
        <a:lstStyle/>
        <a:p>
          <a:endParaRPr lang="en-US"/>
        </a:p>
      </dgm:t>
    </dgm:pt>
    <dgm:pt modelId="{147D458A-7073-477C-A073-0A92019ACB09}" type="sibTrans" cxnId="{73A46CD5-8DAE-4D12-A6E9-DCA61A59825D}">
      <dgm:prSet/>
      <dgm:spPr/>
      <dgm:t>
        <a:bodyPr/>
        <a:lstStyle/>
        <a:p>
          <a:endParaRPr lang="en-US"/>
        </a:p>
      </dgm:t>
    </dgm:pt>
    <dgm:pt modelId="{FD9D682D-5CB8-431F-8F59-AD6053B47C74}">
      <dgm:prSet/>
      <dgm:spPr/>
      <dgm:t>
        <a:bodyPr/>
        <a:lstStyle/>
        <a:p>
          <a:r>
            <a:rPr lang="en-US" b="1"/>
            <a:t>Instagram</a:t>
          </a:r>
          <a:endParaRPr lang="en-US"/>
        </a:p>
      </dgm:t>
    </dgm:pt>
    <dgm:pt modelId="{06558FAD-66FE-4CE6-A9AB-998C0AD5AB32}" type="parTrans" cxnId="{08D3B65D-0ADF-4B42-93AA-9AB809D468DE}">
      <dgm:prSet/>
      <dgm:spPr/>
      <dgm:t>
        <a:bodyPr/>
        <a:lstStyle/>
        <a:p>
          <a:endParaRPr lang="en-US"/>
        </a:p>
      </dgm:t>
    </dgm:pt>
    <dgm:pt modelId="{3CA1E6B3-CC40-4D38-9731-D4A663DB66F1}" type="sibTrans" cxnId="{08D3B65D-0ADF-4B42-93AA-9AB809D468DE}">
      <dgm:prSet/>
      <dgm:spPr/>
      <dgm:t>
        <a:bodyPr/>
        <a:lstStyle/>
        <a:p>
          <a:endParaRPr lang="en-US"/>
        </a:p>
      </dgm:t>
    </dgm:pt>
    <dgm:pt modelId="{8F4211D4-7EEA-417F-9792-E415A40684BE}">
      <dgm:prSet/>
      <dgm:spPr/>
      <dgm:t>
        <a:bodyPr/>
        <a:lstStyle/>
        <a:p>
          <a:r>
            <a:rPr lang="en-US"/>
            <a:t>Food reels</a:t>
          </a:r>
        </a:p>
      </dgm:t>
    </dgm:pt>
    <dgm:pt modelId="{6C3C9248-D5EF-4B6B-962F-E1FC2551747A}" type="parTrans" cxnId="{9A9F11EF-2C43-496D-962A-E8A383668A59}">
      <dgm:prSet/>
      <dgm:spPr/>
      <dgm:t>
        <a:bodyPr/>
        <a:lstStyle/>
        <a:p>
          <a:endParaRPr lang="en-US"/>
        </a:p>
      </dgm:t>
    </dgm:pt>
    <dgm:pt modelId="{4315A50B-8444-433A-9100-58FD345739FE}" type="sibTrans" cxnId="{9A9F11EF-2C43-496D-962A-E8A383668A59}">
      <dgm:prSet/>
      <dgm:spPr/>
      <dgm:t>
        <a:bodyPr/>
        <a:lstStyle/>
        <a:p>
          <a:endParaRPr lang="en-US"/>
        </a:p>
      </dgm:t>
    </dgm:pt>
    <dgm:pt modelId="{F7CED3B8-348D-4F9C-893C-9B4BE6C9559E}">
      <dgm:prSet/>
      <dgm:spPr/>
      <dgm:t>
        <a:bodyPr/>
        <a:lstStyle/>
        <a:p>
          <a:r>
            <a:rPr lang="en-US"/>
            <a:t>Customer reviews</a:t>
          </a:r>
        </a:p>
      </dgm:t>
    </dgm:pt>
    <dgm:pt modelId="{02613690-8226-4E09-A285-6B869096EDEA}" type="parTrans" cxnId="{88BC73A0-A973-47FD-B802-DA745F2D064F}">
      <dgm:prSet/>
      <dgm:spPr/>
      <dgm:t>
        <a:bodyPr/>
        <a:lstStyle/>
        <a:p>
          <a:endParaRPr lang="en-US"/>
        </a:p>
      </dgm:t>
    </dgm:pt>
    <dgm:pt modelId="{075AD1DF-3C8B-407C-9D15-59768F8162B5}" type="sibTrans" cxnId="{88BC73A0-A973-47FD-B802-DA745F2D064F}">
      <dgm:prSet/>
      <dgm:spPr/>
      <dgm:t>
        <a:bodyPr/>
        <a:lstStyle/>
        <a:p>
          <a:endParaRPr lang="en-US"/>
        </a:p>
      </dgm:t>
    </dgm:pt>
    <dgm:pt modelId="{E5917FE1-A8D0-4891-840D-16FA9687343F}">
      <dgm:prSet/>
      <dgm:spPr/>
      <dgm:t>
        <a:bodyPr/>
        <a:lstStyle/>
        <a:p>
          <a:r>
            <a:rPr lang="en-US"/>
            <a:t>Discount offers</a:t>
          </a:r>
        </a:p>
      </dgm:t>
    </dgm:pt>
    <dgm:pt modelId="{93DC73B0-62CD-4027-A88D-DFF62DBB934A}" type="parTrans" cxnId="{ACCDCD01-9656-4E8C-A0B9-7DD1F9752135}">
      <dgm:prSet/>
      <dgm:spPr/>
      <dgm:t>
        <a:bodyPr/>
        <a:lstStyle/>
        <a:p>
          <a:endParaRPr lang="en-US"/>
        </a:p>
      </dgm:t>
    </dgm:pt>
    <dgm:pt modelId="{CD4C8D4D-A0EC-495C-AAD6-A911A397B52C}" type="sibTrans" cxnId="{ACCDCD01-9656-4E8C-A0B9-7DD1F9752135}">
      <dgm:prSet/>
      <dgm:spPr/>
      <dgm:t>
        <a:bodyPr/>
        <a:lstStyle/>
        <a:p>
          <a:endParaRPr lang="en-US"/>
        </a:p>
      </dgm:t>
    </dgm:pt>
    <dgm:pt modelId="{46DD723A-B7FA-427A-A3FA-9083A3583A3B}">
      <dgm:prSet/>
      <dgm:spPr/>
      <dgm:t>
        <a:bodyPr/>
        <a:lstStyle/>
        <a:p>
          <a:r>
            <a:rPr lang="en-US"/>
            <a:t>Restaurant highlights</a:t>
          </a:r>
        </a:p>
      </dgm:t>
    </dgm:pt>
    <dgm:pt modelId="{36CAE77C-E887-4B0E-89C5-767401D758BA}" type="parTrans" cxnId="{79148A14-662D-4074-B489-37008F209250}">
      <dgm:prSet/>
      <dgm:spPr/>
      <dgm:t>
        <a:bodyPr/>
        <a:lstStyle/>
        <a:p>
          <a:endParaRPr lang="en-US"/>
        </a:p>
      </dgm:t>
    </dgm:pt>
    <dgm:pt modelId="{E90EB731-9182-4E00-A3EB-A29B497C242E}" type="sibTrans" cxnId="{79148A14-662D-4074-B489-37008F209250}">
      <dgm:prSet/>
      <dgm:spPr/>
      <dgm:t>
        <a:bodyPr/>
        <a:lstStyle/>
        <a:p>
          <a:endParaRPr lang="en-US"/>
        </a:p>
      </dgm:t>
    </dgm:pt>
    <dgm:pt modelId="{4E54A3DB-D4CC-4D99-B923-A527E2A12F47}">
      <dgm:prSet/>
      <dgm:spPr/>
      <dgm:t>
        <a:bodyPr/>
        <a:lstStyle/>
        <a:p>
          <a:r>
            <a:rPr lang="en-US" b="1"/>
            <a:t>LinkedIn</a:t>
          </a:r>
          <a:endParaRPr lang="en-US"/>
        </a:p>
      </dgm:t>
    </dgm:pt>
    <dgm:pt modelId="{49F064A8-825B-4B39-923D-52DE4E52A127}" type="parTrans" cxnId="{1599A26F-4BE0-467B-BAAB-C2D64967522E}">
      <dgm:prSet/>
      <dgm:spPr/>
      <dgm:t>
        <a:bodyPr/>
        <a:lstStyle/>
        <a:p>
          <a:endParaRPr lang="en-US"/>
        </a:p>
      </dgm:t>
    </dgm:pt>
    <dgm:pt modelId="{957ACBF4-2BC3-4124-9753-7282EB417CCD}" type="sibTrans" cxnId="{1599A26F-4BE0-467B-BAAB-C2D64967522E}">
      <dgm:prSet/>
      <dgm:spPr/>
      <dgm:t>
        <a:bodyPr/>
        <a:lstStyle/>
        <a:p>
          <a:endParaRPr lang="en-US"/>
        </a:p>
      </dgm:t>
    </dgm:pt>
    <dgm:pt modelId="{1D327140-7F45-46D6-9C0B-493A076A4E8E}">
      <dgm:prSet/>
      <dgm:spPr/>
      <dgm:t>
        <a:bodyPr/>
        <a:lstStyle/>
        <a:p>
          <a:r>
            <a:rPr lang="en-US"/>
            <a:t>Brand updates</a:t>
          </a:r>
        </a:p>
      </dgm:t>
    </dgm:pt>
    <dgm:pt modelId="{31F97FF6-9785-409E-8565-B46562504457}" type="parTrans" cxnId="{B739B490-D035-4DBD-9DFA-A06201D69CA2}">
      <dgm:prSet/>
      <dgm:spPr/>
      <dgm:t>
        <a:bodyPr/>
        <a:lstStyle/>
        <a:p>
          <a:endParaRPr lang="en-US"/>
        </a:p>
      </dgm:t>
    </dgm:pt>
    <dgm:pt modelId="{1F41E61F-DFC9-4FB6-9E2D-68C2A168C8D5}" type="sibTrans" cxnId="{B739B490-D035-4DBD-9DFA-A06201D69CA2}">
      <dgm:prSet/>
      <dgm:spPr/>
      <dgm:t>
        <a:bodyPr/>
        <a:lstStyle/>
        <a:p>
          <a:endParaRPr lang="en-US"/>
        </a:p>
      </dgm:t>
    </dgm:pt>
    <dgm:pt modelId="{FDB8BB66-0D32-4950-947B-551C65A782F3}">
      <dgm:prSet/>
      <dgm:spPr/>
      <dgm:t>
        <a:bodyPr/>
        <a:lstStyle/>
        <a:p>
          <a:r>
            <a:rPr lang="en-US"/>
            <a:t>Business partnerships</a:t>
          </a:r>
        </a:p>
      </dgm:t>
    </dgm:pt>
    <dgm:pt modelId="{6AEA581C-F7A8-420C-AB30-642258AE20E6}" type="parTrans" cxnId="{FCC264F1-7DB5-4D0A-B9E1-47F90AFBE5F0}">
      <dgm:prSet/>
      <dgm:spPr/>
      <dgm:t>
        <a:bodyPr/>
        <a:lstStyle/>
        <a:p>
          <a:endParaRPr lang="en-US"/>
        </a:p>
      </dgm:t>
    </dgm:pt>
    <dgm:pt modelId="{8C36F5C2-9813-4B24-87BA-5A257C5C43CA}" type="sibTrans" cxnId="{FCC264F1-7DB5-4D0A-B9E1-47F90AFBE5F0}">
      <dgm:prSet/>
      <dgm:spPr/>
      <dgm:t>
        <a:bodyPr/>
        <a:lstStyle/>
        <a:p>
          <a:endParaRPr lang="en-US"/>
        </a:p>
      </dgm:t>
    </dgm:pt>
    <dgm:pt modelId="{747C69E9-9879-4B3E-9A8C-1EA1E8F5F4F9}">
      <dgm:prSet/>
      <dgm:spPr/>
      <dgm:t>
        <a:bodyPr/>
        <a:lstStyle/>
        <a:p>
          <a:r>
            <a:rPr lang="en-US"/>
            <a:t>Company achievements</a:t>
          </a:r>
        </a:p>
      </dgm:t>
    </dgm:pt>
    <dgm:pt modelId="{F06D98C6-0E9C-44D7-944D-89C81D153137}" type="parTrans" cxnId="{C603126D-A5EF-42EA-9458-A10DB85F9331}">
      <dgm:prSet/>
      <dgm:spPr/>
      <dgm:t>
        <a:bodyPr/>
        <a:lstStyle/>
        <a:p>
          <a:endParaRPr lang="en-US"/>
        </a:p>
      </dgm:t>
    </dgm:pt>
    <dgm:pt modelId="{C00221C3-6A07-422B-9F7F-8F7F370B8B15}" type="sibTrans" cxnId="{C603126D-A5EF-42EA-9458-A10DB85F9331}">
      <dgm:prSet/>
      <dgm:spPr/>
      <dgm:t>
        <a:bodyPr/>
        <a:lstStyle/>
        <a:p>
          <a:endParaRPr lang="en-US"/>
        </a:p>
      </dgm:t>
    </dgm:pt>
    <dgm:pt modelId="{379C7CDA-A91B-400F-959B-E8CBBDBC1F16}">
      <dgm:prSet/>
      <dgm:spPr/>
      <dgm:t>
        <a:bodyPr/>
        <a:lstStyle/>
        <a:p>
          <a:r>
            <a:rPr lang="en-US" b="1"/>
            <a:t>YouTube</a:t>
          </a:r>
          <a:endParaRPr lang="en-US"/>
        </a:p>
      </dgm:t>
    </dgm:pt>
    <dgm:pt modelId="{CDC7084D-D285-4999-9ABD-D2A651D667A2}" type="parTrans" cxnId="{24937E01-F350-4FA1-A5EF-69D345082EE3}">
      <dgm:prSet/>
      <dgm:spPr/>
      <dgm:t>
        <a:bodyPr/>
        <a:lstStyle/>
        <a:p>
          <a:endParaRPr lang="en-US"/>
        </a:p>
      </dgm:t>
    </dgm:pt>
    <dgm:pt modelId="{D29B2328-CEC4-4FD8-B21A-1DB42E7D434F}" type="sibTrans" cxnId="{24937E01-F350-4FA1-A5EF-69D345082EE3}">
      <dgm:prSet/>
      <dgm:spPr/>
      <dgm:t>
        <a:bodyPr/>
        <a:lstStyle/>
        <a:p>
          <a:endParaRPr lang="en-US"/>
        </a:p>
      </dgm:t>
    </dgm:pt>
    <dgm:pt modelId="{6F978BEE-0FB1-4ADA-BD48-D7C1AAE11351}">
      <dgm:prSet/>
      <dgm:spPr/>
      <dgm:t>
        <a:bodyPr/>
        <a:lstStyle/>
        <a:p>
          <a:r>
            <a:rPr lang="en-US"/>
            <a:t>Short videos showing food experiences</a:t>
          </a:r>
        </a:p>
      </dgm:t>
    </dgm:pt>
    <dgm:pt modelId="{A1C128E7-2059-4946-AB23-B47EED9257A6}" type="parTrans" cxnId="{5946312F-6978-4174-970C-374D31A8DC7B}">
      <dgm:prSet/>
      <dgm:spPr/>
      <dgm:t>
        <a:bodyPr/>
        <a:lstStyle/>
        <a:p>
          <a:endParaRPr lang="en-US"/>
        </a:p>
      </dgm:t>
    </dgm:pt>
    <dgm:pt modelId="{FDE20458-5FC9-4D83-93D6-C066EFD5F453}" type="sibTrans" cxnId="{5946312F-6978-4174-970C-374D31A8DC7B}">
      <dgm:prSet/>
      <dgm:spPr/>
      <dgm:t>
        <a:bodyPr/>
        <a:lstStyle/>
        <a:p>
          <a:endParaRPr lang="en-US"/>
        </a:p>
      </dgm:t>
    </dgm:pt>
    <dgm:pt modelId="{D21B40AA-A637-4100-832A-F9A0B1BB88D7}">
      <dgm:prSet/>
      <dgm:spPr/>
      <dgm:t>
        <a:bodyPr/>
        <a:lstStyle/>
        <a:p>
          <a:r>
            <a:rPr lang="en-US"/>
            <a:t>Customer stories</a:t>
          </a:r>
        </a:p>
      </dgm:t>
    </dgm:pt>
    <dgm:pt modelId="{64528B40-D0D8-481E-9009-3BAE9700BC5E}" type="parTrans" cxnId="{E01EB61F-6D19-4DAA-A1DF-FC4A9F4BC9B2}">
      <dgm:prSet/>
      <dgm:spPr/>
      <dgm:t>
        <a:bodyPr/>
        <a:lstStyle/>
        <a:p>
          <a:endParaRPr lang="en-US"/>
        </a:p>
      </dgm:t>
    </dgm:pt>
    <dgm:pt modelId="{3F7DB8F4-E048-418D-B72F-D15523982A8C}" type="sibTrans" cxnId="{E01EB61F-6D19-4DAA-A1DF-FC4A9F4BC9B2}">
      <dgm:prSet/>
      <dgm:spPr/>
      <dgm:t>
        <a:bodyPr/>
        <a:lstStyle/>
        <a:p>
          <a:endParaRPr lang="en-US"/>
        </a:p>
      </dgm:t>
    </dgm:pt>
    <dgm:pt modelId="{794D08F7-33C6-4C68-A1C0-7BF14450D5E3}">
      <dgm:prSet/>
      <dgm:spPr/>
      <dgm:t>
        <a:bodyPr/>
        <a:lstStyle/>
        <a:p>
          <a:r>
            <a:rPr lang="en-US" b="1"/>
            <a:t>Posting Schedule:</a:t>
          </a:r>
          <a:endParaRPr lang="en-US"/>
        </a:p>
      </dgm:t>
    </dgm:pt>
    <dgm:pt modelId="{E8E4B7F7-31BC-4568-AAE6-092C68D66111}" type="parTrans" cxnId="{4137E118-29A6-4973-B2D5-880509C94A5D}">
      <dgm:prSet/>
      <dgm:spPr/>
      <dgm:t>
        <a:bodyPr/>
        <a:lstStyle/>
        <a:p>
          <a:endParaRPr lang="en-US"/>
        </a:p>
      </dgm:t>
    </dgm:pt>
    <dgm:pt modelId="{E8057C9D-A07F-4AFD-9E31-56206D9A22A2}" type="sibTrans" cxnId="{4137E118-29A6-4973-B2D5-880509C94A5D}">
      <dgm:prSet/>
      <dgm:spPr/>
      <dgm:t>
        <a:bodyPr/>
        <a:lstStyle/>
        <a:p>
          <a:endParaRPr lang="en-US"/>
        </a:p>
      </dgm:t>
    </dgm:pt>
    <dgm:pt modelId="{7FBA0C3E-6E53-4923-81ED-B22425ACD7AC}">
      <dgm:prSet/>
      <dgm:spPr/>
      <dgm:t>
        <a:bodyPr/>
        <a:lstStyle/>
        <a:p>
          <a:r>
            <a:rPr lang="en-US"/>
            <a:t>3–4 posts per week</a:t>
          </a:r>
        </a:p>
      </dgm:t>
    </dgm:pt>
    <dgm:pt modelId="{77EC7DB7-0675-40E3-96A1-091D1B6BA0B3}" type="parTrans" cxnId="{6CEFEA0B-9F63-42C6-AB0F-284C04BF2279}">
      <dgm:prSet/>
      <dgm:spPr/>
      <dgm:t>
        <a:bodyPr/>
        <a:lstStyle/>
        <a:p>
          <a:endParaRPr lang="en-US"/>
        </a:p>
      </dgm:t>
    </dgm:pt>
    <dgm:pt modelId="{6337FCDF-E8F6-402A-99F6-182B029E7058}" type="sibTrans" cxnId="{6CEFEA0B-9F63-42C6-AB0F-284C04BF2279}">
      <dgm:prSet/>
      <dgm:spPr/>
      <dgm:t>
        <a:bodyPr/>
        <a:lstStyle/>
        <a:p>
          <a:endParaRPr lang="en-US"/>
        </a:p>
      </dgm:t>
    </dgm:pt>
    <dgm:pt modelId="{9A79E926-AF4B-4F8E-8BE9-6A7BFDFC4892}">
      <dgm:prSet/>
      <dgm:spPr/>
      <dgm:t>
        <a:bodyPr/>
        <a:lstStyle/>
        <a:p>
          <a:r>
            <a:rPr lang="en-US"/>
            <a:t>Daily stories</a:t>
          </a:r>
        </a:p>
      </dgm:t>
    </dgm:pt>
    <dgm:pt modelId="{A60D18CC-F88E-4D93-AEB6-F95C1A8361B9}" type="parTrans" cxnId="{0CD2AD6F-6D4F-4D91-A51A-C73F52A9711A}">
      <dgm:prSet/>
      <dgm:spPr/>
      <dgm:t>
        <a:bodyPr/>
        <a:lstStyle/>
        <a:p>
          <a:endParaRPr lang="en-US"/>
        </a:p>
      </dgm:t>
    </dgm:pt>
    <dgm:pt modelId="{88F33DE2-5C71-4051-9EE8-BA73E9EED38B}" type="sibTrans" cxnId="{0CD2AD6F-6D4F-4D91-A51A-C73F52A9711A}">
      <dgm:prSet/>
      <dgm:spPr/>
      <dgm:t>
        <a:bodyPr/>
        <a:lstStyle/>
        <a:p>
          <a:endParaRPr lang="en-US"/>
        </a:p>
      </dgm:t>
    </dgm:pt>
    <dgm:pt modelId="{7C9CE762-81D0-4DD4-82EB-7B651DA49BC8}">
      <dgm:prSet/>
      <dgm:spPr/>
      <dgm:t>
        <a:bodyPr/>
        <a:lstStyle/>
        <a:p>
          <a:r>
            <a:rPr lang="en-US"/>
            <a:t>Weekend promotional offers</a:t>
          </a:r>
        </a:p>
      </dgm:t>
    </dgm:pt>
    <dgm:pt modelId="{27FE4912-E40C-47AA-A8D3-4A9448BE0B8A}" type="parTrans" cxnId="{1139478A-28D9-4CA4-AABE-3BECCF0CF1A2}">
      <dgm:prSet/>
      <dgm:spPr/>
      <dgm:t>
        <a:bodyPr/>
        <a:lstStyle/>
        <a:p>
          <a:endParaRPr lang="en-US"/>
        </a:p>
      </dgm:t>
    </dgm:pt>
    <dgm:pt modelId="{BFD200DB-6413-4146-8C49-085B52817DC1}" type="sibTrans" cxnId="{1139478A-28D9-4CA4-AABE-3BECCF0CF1A2}">
      <dgm:prSet/>
      <dgm:spPr/>
      <dgm:t>
        <a:bodyPr/>
        <a:lstStyle/>
        <a:p>
          <a:endParaRPr lang="en-US"/>
        </a:p>
      </dgm:t>
    </dgm:pt>
    <dgm:pt modelId="{6FEF5335-4468-4AD9-93F3-BAA2F827C707}" type="pres">
      <dgm:prSet presAssocID="{CD713DB6-CAB1-495F-8235-E77E19B3F34B}" presName="diagram" presStyleCnt="0">
        <dgm:presLayoutVars>
          <dgm:dir/>
          <dgm:resizeHandles val="exact"/>
        </dgm:presLayoutVars>
      </dgm:prSet>
      <dgm:spPr/>
    </dgm:pt>
    <dgm:pt modelId="{016F5495-78B9-4A4B-B299-9AA6B3AB76F4}" type="pres">
      <dgm:prSet presAssocID="{2D96AEF8-2929-4D68-98E5-1F19348D3B12}" presName="node" presStyleLbl="node1" presStyleIdx="0" presStyleCnt="17">
        <dgm:presLayoutVars>
          <dgm:bulletEnabled val="1"/>
        </dgm:presLayoutVars>
      </dgm:prSet>
      <dgm:spPr/>
    </dgm:pt>
    <dgm:pt modelId="{9BF89480-5CE4-4F46-83DF-924CE008D613}" type="pres">
      <dgm:prSet presAssocID="{147D458A-7073-477C-A073-0A92019ACB09}" presName="sibTrans" presStyleCnt="0"/>
      <dgm:spPr/>
    </dgm:pt>
    <dgm:pt modelId="{0C8A2A36-83E8-4C88-8226-6A03C1466FBB}" type="pres">
      <dgm:prSet presAssocID="{FD9D682D-5CB8-431F-8F59-AD6053B47C74}" presName="node" presStyleLbl="node1" presStyleIdx="1" presStyleCnt="17">
        <dgm:presLayoutVars>
          <dgm:bulletEnabled val="1"/>
        </dgm:presLayoutVars>
      </dgm:prSet>
      <dgm:spPr/>
    </dgm:pt>
    <dgm:pt modelId="{3083CAD4-C2A8-4F17-ABA9-824FFCEA7127}" type="pres">
      <dgm:prSet presAssocID="{3CA1E6B3-CC40-4D38-9731-D4A663DB66F1}" presName="sibTrans" presStyleCnt="0"/>
      <dgm:spPr/>
    </dgm:pt>
    <dgm:pt modelId="{5A7B7AC4-39A0-47C8-B49E-50F2FFA4F4E4}" type="pres">
      <dgm:prSet presAssocID="{8F4211D4-7EEA-417F-9792-E415A40684BE}" presName="node" presStyleLbl="node1" presStyleIdx="2" presStyleCnt="17">
        <dgm:presLayoutVars>
          <dgm:bulletEnabled val="1"/>
        </dgm:presLayoutVars>
      </dgm:prSet>
      <dgm:spPr/>
    </dgm:pt>
    <dgm:pt modelId="{84826EED-008D-4E47-B4CC-8ABB0D98F5DB}" type="pres">
      <dgm:prSet presAssocID="{4315A50B-8444-433A-9100-58FD345739FE}" presName="sibTrans" presStyleCnt="0"/>
      <dgm:spPr/>
    </dgm:pt>
    <dgm:pt modelId="{3CCFB88A-CBFB-46A1-AF97-0C823E62F9B7}" type="pres">
      <dgm:prSet presAssocID="{F7CED3B8-348D-4F9C-893C-9B4BE6C9559E}" presName="node" presStyleLbl="node1" presStyleIdx="3" presStyleCnt="17">
        <dgm:presLayoutVars>
          <dgm:bulletEnabled val="1"/>
        </dgm:presLayoutVars>
      </dgm:prSet>
      <dgm:spPr/>
    </dgm:pt>
    <dgm:pt modelId="{4AD490E5-BE91-46D0-A9B5-28368384EC93}" type="pres">
      <dgm:prSet presAssocID="{075AD1DF-3C8B-407C-9D15-59768F8162B5}" presName="sibTrans" presStyleCnt="0"/>
      <dgm:spPr/>
    </dgm:pt>
    <dgm:pt modelId="{52A114B5-E72E-4D6B-B8AE-4664D44DC497}" type="pres">
      <dgm:prSet presAssocID="{E5917FE1-A8D0-4891-840D-16FA9687343F}" presName="node" presStyleLbl="node1" presStyleIdx="4" presStyleCnt="17">
        <dgm:presLayoutVars>
          <dgm:bulletEnabled val="1"/>
        </dgm:presLayoutVars>
      </dgm:prSet>
      <dgm:spPr/>
    </dgm:pt>
    <dgm:pt modelId="{E77CD92D-B30A-46A0-92DD-839965100522}" type="pres">
      <dgm:prSet presAssocID="{CD4C8D4D-A0EC-495C-AAD6-A911A397B52C}" presName="sibTrans" presStyleCnt="0"/>
      <dgm:spPr/>
    </dgm:pt>
    <dgm:pt modelId="{C84D4776-D7B3-4141-AD90-F23CF9C597A9}" type="pres">
      <dgm:prSet presAssocID="{46DD723A-B7FA-427A-A3FA-9083A3583A3B}" presName="node" presStyleLbl="node1" presStyleIdx="5" presStyleCnt="17">
        <dgm:presLayoutVars>
          <dgm:bulletEnabled val="1"/>
        </dgm:presLayoutVars>
      </dgm:prSet>
      <dgm:spPr/>
    </dgm:pt>
    <dgm:pt modelId="{C5EA1CCC-1AB8-4360-A5DF-B9B1EBE6C145}" type="pres">
      <dgm:prSet presAssocID="{E90EB731-9182-4E00-A3EB-A29B497C242E}" presName="sibTrans" presStyleCnt="0"/>
      <dgm:spPr/>
    </dgm:pt>
    <dgm:pt modelId="{AA40BAAE-59F1-4765-B543-6AA441F51421}" type="pres">
      <dgm:prSet presAssocID="{4E54A3DB-D4CC-4D99-B923-A527E2A12F47}" presName="node" presStyleLbl="node1" presStyleIdx="6" presStyleCnt="17">
        <dgm:presLayoutVars>
          <dgm:bulletEnabled val="1"/>
        </dgm:presLayoutVars>
      </dgm:prSet>
      <dgm:spPr/>
    </dgm:pt>
    <dgm:pt modelId="{55DE7238-DEDC-4496-975F-F1D1C4C2DDB0}" type="pres">
      <dgm:prSet presAssocID="{957ACBF4-2BC3-4124-9753-7282EB417CCD}" presName="sibTrans" presStyleCnt="0"/>
      <dgm:spPr/>
    </dgm:pt>
    <dgm:pt modelId="{47545C2C-611B-4B1E-BFBC-1B299DA43901}" type="pres">
      <dgm:prSet presAssocID="{1D327140-7F45-46D6-9C0B-493A076A4E8E}" presName="node" presStyleLbl="node1" presStyleIdx="7" presStyleCnt="17">
        <dgm:presLayoutVars>
          <dgm:bulletEnabled val="1"/>
        </dgm:presLayoutVars>
      </dgm:prSet>
      <dgm:spPr/>
    </dgm:pt>
    <dgm:pt modelId="{6B3A45C6-B3C5-4354-A8C0-DD09DE40FEAA}" type="pres">
      <dgm:prSet presAssocID="{1F41E61F-DFC9-4FB6-9E2D-68C2A168C8D5}" presName="sibTrans" presStyleCnt="0"/>
      <dgm:spPr/>
    </dgm:pt>
    <dgm:pt modelId="{5506819E-B4B5-41C2-A9F4-4FCF4ABE4A68}" type="pres">
      <dgm:prSet presAssocID="{FDB8BB66-0D32-4950-947B-551C65A782F3}" presName="node" presStyleLbl="node1" presStyleIdx="8" presStyleCnt="17">
        <dgm:presLayoutVars>
          <dgm:bulletEnabled val="1"/>
        </dgm:presLayoutVars>
      </dgm:prSet>
      <dgm:spPr/>
    </dgm:pt>
    <dgm:pt modelId="{9FC079C5-AF69-4426-BDB9-451FD1EAA576}" type="pres">
      <dgm:prSet presAssocID="{8C36F5C2-9813-4B24-87BA-5A257C5C43CA}" presName="sibTrans" presStyleCnt="0"/>
      <dgm:spPr/>
    </dgm:pt>
    <dgm:pt modelId="{8CEF2A9F-DC8B-4C4D-9A44-7AFFA0A2FDB8}" type="pres">
      <dgm:prSet presAssocID="{747C69E9-9879-4B3E-9A8C-1EA1E8F5F4F9}" presName="node" presStyleLbl="node1" presStyleIdx="9" presStyleCnt="17">
        <dgm:presLayoutVars>
          <dgm:bulletEnabled val="1"/>
        </dgm:presLayoutVars>
      </dgm:prSet>
      <dgm:spPr/>
    </dgm:pt>
    <dgm:pt modelId="{55BEFE09-44F8-46E8-87CA-1D67C4AD632A}" type="pres">
      <dgm:prSet presAssocID="{C00221C3-6A07-422B-9F7F-8F7F370B8B15}" presName="sibTrans" presStyleCnt="0"/>
      <dgm:spPr/>
    </dgm:pt>
    <dgm:pt modelId="{3F78CD89-692E-4050-A300-FD6AB58CF8A7}" type="pres">
      <dgm:prSet presAssocID="{379C7CDA-A91B-400F-959B-E8CBBDBC1F16}" presName="node" presStyleLbl="node1" presStyleIdx="10" presStyleCnt="17">
        <dgm:presLayoutVars>
          <dgm:bulletEnabled val="1"/>
        </dgm:presLayoutVars>
      </dgm:prSet>
      <dgm:spPr/>
    </dgm:pt>
    <dgm:pt modelId="{BFE3BB0E-1C27-4845-A4B8-849CD3884E8D}" type="pres">
      <dgm:prSet presAssocID="{D29B2328-CEC4-4FD8-B21A-1DB42E7D434F}" presName="sibTrans" presStyleCnt="0"/>
      <dgm:spPr/>
    </dgm:pt>
    <dgm:pt modelId="{C424F862-40B2-4574-A60E-05A4F01DB2C1}" type="pres">
      <dgm:prSet presAssocID="{6F978BEE-0FB1-4ADA-BD48-D7C1AAE11351}" presName="node" presStyleLbl="node1" presStyleIdx="11" presStyleCnt="17">
        <dgm:presLayoutVars>
          <dgm:bulletEnabled val="1"/>
        </dgm:presLayoutVars>
      </dgm:prSet>
      <dgm:spPr/>
    </dgm:pt>
    <dgm:pt modelId="{005F7DD4-52CA-4EAE-9FF4-B28DF8E56168}" type="pres">
      <dgm:prSet presAssocID="{FDE20458-5FC9-4D83-93D6-C066EFD5F453}" presName="sibTrans" presStyleCnt="0"/>
      <dgm:spPr/>
    </dgm:pt>
    <dgm:pt modelId="{920A8B59-402F-4D81-96A9-4B0390C15FDA}" type="pres">
      <dgm:prSet presAssocID="{D21B40AA-A637-4100-832A-F9A0B1BB88D7}" presName="node" presStyleLbl="node1" presStyleIdx="12" presStyleCnt="17">
        <dgm:presLayoutVars>
          <dgm:bulletEnabled val="1"/>
        </dgm:presLayoutVars>
      </dgm:prSet>
      <dgm:spPr/>
    </dgm:pt>
    <dgm:pt modelId="{397FABC5-8CA2-405F-8F02-DFAA39934A24}" type="pres">
      <dgm:prSet presAssocID="{3F7DB8F4-E048-418D-B72F-D15523982A8C}" presName="sibTrans" presStyleCnt="0"/>
      <dgm:spPr/>
    </dgm:pt>
    <dgm:pt modelId="{2A78206A-4B67-4611-A516-EEB574BFBEFB}" type="pres">
      <dgm:prSet presAssocID="{794D08F7-33C6-4C68-A1C0-7BF14450D5E3}" presName="node" presStyleLbl="node1" presStyleIdx="13" presStyleCnt="17">
        <dgm:presLayoutVars>
          <dgm:bulletEnabled val="1"/>
        </dgm:presLayoutVars>
      </dgm:prSet>
      <dgm:spPr/>
    </dgm:pt>
    <dgm:pt modelId="{5311CD74-3075-4172-8F2C-1A54763621E8}" type="pres">
      <dgm:prSet presAssocID="{E8057C9D-A07F-4AFD-9E31-56206D9A22A2}" presName="sibTrans" presStyleCnt="0"/>
      <dgm:spPr/>
    </dgm:pt>
    <dgm:pt modelId="{3EC3DF74-2EBC-4EB2-96A5-D3D6E4AEC13B}" type="pres">
      <dgm:prSet presAssocID="{7FBA0C3E-6E53-4923-81ED-B22425ACD7AC}" presName="node" presStyleLbl="node1" presStyleIdx="14" presStyleCnt="17">
        <dgm:presLayoutVars>
          <dgm:bulletEnabled val="1"/>
        </dgm:presLayoutVars>
      </dgm:prSet>
      <dgm:spPr/>
    </dgm:pt>
    <dgm:pt modelId="{6C05E043-5214-4483-ADBE-0D6BAAA80DC4}" type="pres">
      <dgm:prSet presAssocID="{6337FCDF-E8F6-402A-99F6-182B029E7058}" presName="sibTrans" presStyleCnt="0"/>
      <dgm:spPr/>
    </dgm:pt>
    <dgm:pt modelId="{9E9A53C5-720B-43A5-9CCD-B4801155EFAD}" type="pres">
      <dgm:prSet presAssocID="{9A79E926-AF4B-4F8E-8BE9-6A7BFDFC4892}" presName="node" presStyleLbl="node1" presStyleIdx="15" presStyleCnt="17">
        <dgm:presLayoutVars>
          <dgm:bulletEnabled val="1"/>
        </dgm:presLayoutVars>
      </dgm:prSet>
      <dgm:spPr/>
    </dgm:pt>
    <dgm:pt modelId="{8076BF11-B627-4780-BBB0-61454EFC373D}" type="pres">
      <dgm:prSet presAssocID="{88F33DE2-5C71-4051-9EE8-BA73E9EED38B}" presName="sibTrans" presStyleCnt="0"/>
      <dgm:spPr/>
    </dgm:pt>
    <dgm:pt modelId="{6993C543-D0D7-4198-994A-A90CD930898F}" type="pres">
      <dgm:prSet presAssocID="{7C9CE762-81D0-4DD4-82EB-7B651DA49BC8}" presName="node" presStyleLbl="node1" presStyleIdx="16" presStyleCnt="17">
        <dgm:presLayoutVars>
          <dgm:bulletEnabled val="1"/>
        </dgm:presLayoutVars>
      </dgm:prSet>
      <dgm:spPr/>
    </dgm:pt>
  </dgm:ptLst>
  <dgm:cxnLst>
    <dgm:cxn modelId="{24937E01-F350-4FA1-A5EF-69D345082EE3}" srcId="{CD713DB6-CAB1-495F-8235-E77E19B3F34B}" destId="{379C7CDA-A91B-400F-959B-E8CBBDBC1F16}" srcOrd="10" destOrd="0" parTransId="{CDC7084D-D285-4999-9ABD-D2A651D667A2}" sibTransId="{D29B2328-CEC4-4FD8-B21A-1DB42E7D434F}"/>
    <dgm:cxn modelId="{ACCDCD01-9656-4E8C-A0B9-7DD1F9752135}" srcId="{CD713DB6-CAB1-495F-8235-E77E19B3F34B}" destId="{E5917FE1-A8D0-4891-840D-16FA9687343F}" srcOrd="4" destOrd="0" parTransId="{93DC73B0-62CD-4027-A88D-DFF62DBB934A}" sibTransId="{CD4C8D4D-A0EC-495C-AAD6-A911A397B52C}"/>
    <dgm:cxn modelId="{6CEFEA0B-9F63-42C6-AB0F-284C04BF2279}" srcId="{CD713DB6-CAB1-495F-8235-E77E19B3F34B}" destId="{7FBA0C3E-6E53-4923-81ED-B22425ACD7AC}" srcOrd="14" destOrd="0" parTransId="{77EC7DB7-0675-40E3-96A1-091D1B6BA0B3}" sibTransId="{6337FCDF-E8F6-402A-99F6-182B029E7058}"/>
    <dgm:cxn modelId="{6636A80D-3EFC-4866-BAEE-947AE1553D5E}" type="presOf" srcId="{794D08F7-33C6-4C68-A1C0-7BF14450D5E3}" destId="{2A78206A-4B67-4611-A516-EEB574BFBEFB}" srcOrd="0" destOrd="0" presId="urn:microsoft.com/office/officeart/2005/8/layout/default"/>
    <dgm:cxn modelId="{79148A14-662D-4074-B489-37008F209250}" srcId="{CD713DB6-CAB1-495F-8235-E77E19B3F34B}" destId="{46DD723A-B7FA-427A-A3FA-9083A3583A3B}" srcOrd="5" destOrd="0" parTransId="{36CAE77C-E887-4B0E-89C5-767401D758BA}" sibTransId="{E90EB731-9182-4E00-A3EB-A29B497C242E}"/>
    <dgm:cxn modelId="{4137E118-29A6-4973-B2D5-880509C94A5D}" srcId="{CD713DB6-CAB1-495F-8235-E77E19B3F34B}" destId="{794D08F7-33C6-4C68-A1C0-7BF14450D5E3}" srcOrd="13" destOrd="0" parTransId="{E8E4B7F7-31BC-4568-AAE6-092C68D66111}" sibTransId="{E8057C9D-A07F-4AFD-9E31-56206D9A22A2}"/>
    <dgm:cxn modelId="{E01EB61F-6D19-4DAA-A1DF-FC4A9F4BC9B2}" srcId="{CD713DB6-CAB1-495F-8235-E77E19B3F34B}" destId="{D21B40AA-A637-4100-832A-F9A0B1BB88D7}" srcOrd="12" destOrd="0" parTransId="{64528B40-D0D8-481E-9009-3BAE9700BC5E}" sibTransId="{3F7DB8F4-E048-418D-B72F-D15523982A8C}"/>
    <dgm:cxn modelId="{3FD7B720-50D9-46EA-AC84-7623AC1B31B7}" type="presOf" srcId="{6F978BEE-0FB1-4ADA-BD48-D7C1AAE11351}" destId="{C424F862-40B2-4574-A60E-05A4F01DB2C1}" srcOrd="0" destOrd="0" presId="urn:microsoft.com/office/officeart/2005/8/layout/default"/>
    <dgm:cxn modelId="{4C590D2E-B57B-4759-87E5-D71F5D6AB1A9}" type="presOf" srcId="{747C69E9-9879-4B3E-9A8C-1EA1E8F5F4F9}" destId="{8CEF2A9F-DC8B-4C4D-9A44-7AFFA0A2FDB8}" srcOrd="0" destOrd="0" presId="urn:microsoft.com/office/officeart/2005/8/layout/default"/>
    <dgm:cxn modelId="{5946312F-6978-4174-970C-374D31A8DC7B}" srcId="{CD713DB6-CAB1-495F-8235-E77E19B3F34B}" destId="{6F978BEE-0FB1-4ADA-BD48-D7C1AAE11351}" srcOrd="11" destOrd="0" parTransId="{A1C128E7-2059-4946-AB23-B47EED9257A6}" sibTransId="{FDE20458-5FC9-4D83-93D6-C066EFD5F453}"/>
    <dgm:cxn modelId="{F114D031-68E2-43D4-83EB-92CA6592E5AA}" type="presOf" srcId="{7C9CE762-81D0-4DD4-82EB-7B651DA49BC8}" destId="{6993C543-D0D7-4198-994A-A90CD930898F}" srcOrd="0" destOrd="0" presId="urn:microsoft.com/office/officeart/2005/8/layout/default"/>
    <dgm:cxn modelId="{7360A65B-86B6-4C0B-834F-225E6CF2B143}" type="presOf" srcId="{D21B40AA-A637-4100-832A-F9A0B1BB88D7}" destId="{920A8B59-402F-4D81-96A9-4B0390C15FDA}" srcOrd="0" destOrd="0" presId="urn:microsoft.com/office/officeart/2005/8/layout/default"/>
    <dgm:cxn modelId="{08D3B65D-0ADF-4B42-93AA-9AB809D468DE}" srcId="{CD713DB6-CAB1-495F-8235-E77E19B3F34B}" destId="{FD9D682D-5CB8-431F-8F59-AD6053B47C74}" srcOrd="1" destOrd="0" parTransId="{06558FAD-66FE-4CE6-A9AB-998C0AD5AB32}" sibTransId="{3CA1E6B3-CC40-4D38-9731-D4A663DB66F1}"/>
    <dgm:cxn modelId="{DE56E546-BE49-4FEE-8C1D-0C2403824613}" type="presOf" srcId="{FD9D682D-5CB8-431F-8F59-AD6053B47C74}" destId="{0C8A2A36-83E8-4C88-8226-6A03C1466FBB}" srcOrd="0" destOrd="0" presId="urn:microsoft.com/office/officeart/2005/8/layout/default"/>
    <dgm:cxn modelId="{C603126D-A5EF-42EA-9458-A10DB85F9331}" srcId="{CD713DB6-CAB1-495F-8235-E77E19B3F34B}" destId="{747C69E9-9879-4B3E-9A8C-1EA1E8F5F4F9}" srcOrd="9" destOrd="0" parTransId="{F06D98C6-0E9C-44D7-944D-89C81D153137}" sibTransId="{C00221C3-6A07-422B-9F7F-8F7F370B8B15}"/>
    <dgm:cxn modelId="{1599A26F-4BE0-467B-BAAB-C2D64967522E}" srcId="{CD713DB6-CAB1-495F-8235-E77E19B3F34B}" destId="{4E54A3DB-D4CC-4D99-B923-A527E2A12F47}" srcOrd="6" destOrd="0" parTransId="{49F064A8-825B-4B39-923D-52DE4E52A127}" sibTransId="{957ACBF4-2BC3-4124-9753-7282EB417CCD}"/>
    <dgm:cxn modelId="{0CD2AD6F-6D4F-4D91-A51A-C73F52A9711A}" srcId="{CD713DB6-CAB1-495F-8235-E77E19B3F34B}" destId="{9A79E926-AF4B-4F8E-8BE9-6A7BFDFC4892}" srcOrd="15" destOrd="0" parTransId="{A60D18CC-F88E-4D93-AEB6-F95C1A8361B9}" sibTransId="{88F33DE2-5C71-4051-9EE8-BA73E9EED38B}"/>
    <dgm:cxn modelId="{D7CA4670-6545-4D54-9883-2E101959D94D}" type="presOf" srcId="{9A79E926-AF4B-4F8E-8BE9-6A7BFDFC4892}" destId="{9E9A53C5-720B-43A5-9CCD-B4801155EFAD}" srcOrd="0" destOrd="0" presId="urn:microsoft.com/office/officeart/2005/8/layout/default"/>
    <dgm:cxn modelId="{5776E571-A023-4821-AFAC-E907EA244F0B}" type="presOf" srcId="{F7CED3B8-348D-4F9C-893C-9B4BE6C9559E}" destId="{3CCFB88A-CBFB-46A1-AF97-0C823E62F9B7}" srcOrd="0" destOrd="0" presId="urn:microsoft.com/office/officeart/2005/8/layout/default"/>
    <dgm:cxn modelId="{122AD67C-7E54-4D97-94FB-D4949F8E94F2}" type="presOf" srcId="{379C7CDA-A91B-400F-959B-E8CBBDBC1F16}" destId="{3F78CD89-692E-4050-A300-FD6AB58CF8A7}" srcOrd="0" destOrd="0" presId="urn:microsoft.com/office/officeart/2005/8/layout/default"/>
    <dgm:cxn modelId="{1E020289-466B-4FF7-B460-D1535D01A661}" type="presOf" srcId="{CD713DB6-CAB1-495F-8235-E77E19B3F34B}" destId="{6FEF5335-4468-4AD9-93F3-BAA2F827C707}" srcOrd="0" destOrd="0" presId="urn:microsoft.com/office/officeart/2005/8/layout/default"/>
    <dgm:cxn modelId="{1139478A-28D9-4CA4-AABE-3BECCF0CF1A2}" srcId="{CD713DB6-CAB1-495F-8235-E77E19B3F34B}" destId="{7C9CE762-81D0-4DD4-82EB-7B651DA49BC8}" srcOrd="16" destOrd="0" parTransId="{27FE4912-E40C-47AA-A8D3-4A9448BE0B8A}" sibTransId="{BFD200DB-6413-4146-8C49-085B52817DC1}"/>
    <dgm:cxn modelId="{B739B490-D035-4DBD-9DFA-A06201D69CA2}" srcId="{CD713DB6-CAB1-495F-8235-E77E19B3F34B}" destId="{1D327140-7F45-46D6-9C0B-493A076A4E8E}" srcOrd="7" destOrd="0" parTransId="{31F97FF6-9785-409E-8565-B46562504457}" sibTransId="{1F41E61F-DFC9-4FB6-9E2D-68C2A168C8D5}"/>
    <dgm:cxn modelId="{88BC73A0-A973-47FD-B802-DA745F2D064F}" srcId="{CD713DB6-CAB1-495F-8235-E77E19B3F34B}" destId="{F7CED3B8-348D-4F9C-893C-9B4BE6C9559E}" srcOrd="3" destOrd="0" parTransId="{02613690-8226-4E09-A285-6B869096EDEA}" sibTransId="{075AD1DF-3C8B-407C-9D15-59768F8162B5}"/>
    <dgm:cxn modelId="{71FE98B1-C550-4B41-8743-4172219FD083}" type="presOf" srcId="{4E54A3DB-D4CC-4D99-B923-A527E2A12F47}" destId="{AA40BAAE-59F1-4765-B543-6AA441F51421}" srcOrd="0" destOrd="0" presId="urn:microsoft.com/office/officeart/2005/8/layout/default"/>
    <dgm:cxn modelId="{6784E1C0-AD38-4369-8060-6B50449EF965}" type="presOf" srcId="{2D96AEF8-2929-4D68-98E5-1F19348D3B12}" destId="{016F5495-78B9-4A4B-B299-9AA6B3AB76F4}" srcOrd="0" destOrd="0" presId="urn:microsoft.com/office/officeart/2005/8/layout/default"/>
    <dgm:cxn modelId="{99D511C6-6901-457D-B773-BABF18FB9490}" type="presOf" srcId="{E5917FE1-A8D0-4891-840D-16FA9687343F}" destId="{52A114B5-E72E-4D6B-B8AE-4664D44DC497}" srcOrd="0" destOrd="0" presId="urn:microsoft.com/office/officeart/2005/8/layout/default"/>
    <dgm:cxn modelId="{73A46CD5-8DAE-4D12-A6E9-DCA61A59825D}" srcId="{CD713DB6-CAB1-495F-8235-E77E19B3F34B}" destId="{2D96AEF8-2929-4D68-98E5-1F19348D3B12}" srcOrd="0" destOrd="0" parTransId="{5582B01E-145B-49AA-847D-8631509A9212}" sibTransId="{147D458A-7073-477C-A073-0A92019ACB09}"/>
    <dgm:cxn modelId="{44EFA4E2-715A-4F22-8ADA-B7A75EB5A98B}" type="presOf" srcId="{8F4211D4-7EEA-417F-9792-E415A40684BE}" destId="{5A7B7AC4-39A0-47C8-B49E-50F2FFA4F4E4}" srcOrd="0" destOrd="0" presId="urn:microsoft.com/office/officeart/2005/8/layout/default"/>
    <dgm:cxn modelId="{C26BA5E6-736C-4ACB-BDC8-A2E6737D293A}" type="presOf" srcId="{46DD723A-B7FA-427A-A3FA-9083A3583A3B}" destId="{C84D4776-D7B3-4141-AD90-F23CF9C597A9}" srcOrd="0" destOrd="0" presId="urn:microsoft.com/office/officeart/2005/8/layout/default"/>
    <dgm:cxn modelId="{9A9F11EF-2C43-496D-962A-E8A383668A59}" srcId="{CD713DB6-CAB1-495F-8235-E77E19B3F34B}" destId="{8F4211D4-7EEA-417F-9792-E415A40684BE}" srcOrd="2" destOrd="0" parTransId="{6C3C9248-D5EF-4B6B-962F-E1FC2551747A}" sibTransId="{4315A50B-8444-433A-9100-58FD345739FE}"/>
    <dgm:cxn modelId="{FCC264F1-7DB5-4D0A-B9E1-47F90AFBE5F0}" srcId="{CD713DB6-CAB1-495F-8235-E77E19B3F34B}" destId="{FDB8BB66-0D32-4950-947B-551C65A782F3}" srcOrd="8" destOrd="0" parTransId="{6AEA581C-F7A8-420C-AB30-642258AE20E6}" sibTransId="{8C36F5C2-9813-4B24-87BA-5A257C5C43CA}"/>
    <dgm:cxn modelId="{B22B90F3-3936-413C-8D3B-0C6054774C52}" type="presOf" srcId="{FDB8BB66-0D32-4950-947B-551C65A782F3}" destId="{5506819E-B4B5-41C2-A9F4-4FCF4ABE4A68}" srcOrd="0" destOrd="0" presId="urn:microsoft.com/office/officeart/2005/8/layout/default"/>
    <dgm:cxn modelId="{1A4E0DF5-7998-42AC-8356-5F02C93B5142}" type="presOf" srcId="{1D327140-7F45-46D6-9C0B-493A076A4E8E}" destId="{47545C2C-611B-4B1E-BFBC-1B299DA43901}" srcOrd="0" destOrd="0" presId="urn:microsoft.com/office/officeart/2005/8/layout/default"/>
    <dgm:cxn modelId="{6A1D29FD-C40A-4975-90FD-4E31BC524D25}" type="presOf" srcId="{7FBA0C3E-6E53-4923-81ED-B22425ACD7AC}" destId="{3EC3DF74-2EBC-4EB2-96A5-D3D6E4AEC13B}" srcOrd="0" destOrd="0" presId="urn:microsoft.com/office/officeart/2005/8/layout/default"/>
    <dgm:cxn modelId="{9B5945C1-46F5-4494-A8DD-8556089FC2F8}" type="presParOf" srcId="{6FEF5335-4468-4AD9-93F3-BAA2F827C707}" destId="{016F5495-78B9-4A4B-B299-9AA6B3AB76F4}" srcOrd="0" destOrd="0" presId="urn:microsoft.com/office/officeart/2005/8/layout/default"/>
    <dgm:cxn modelId="{6E01D2D3-7201-4353-8152-15E3451CDC41}" type="presParOf" srcId="{6FEF5335-4468-4AD9-93F3-BAA2F827C707}" destId="{9BF89480-5CE4-4F46-83DF-924CE008D613}" srcOrd="1" destOrd="0" presId="urn:microsoft.com/office/officeart/2005/8/layout/default"/>
    <dgm:cxn modelId="{34AACC60-6380-4B74-87EB-78888F040C16}" type="presParOf" srcId="{6FEF5335-4468-4AD9-93F3-BAA2F827C707}" destId="{0C8A2A36-83E8-4C88-8226-6A03C1466FBB}" srcOrd="2" destOrd="0" presId="urn:microsoft.com/office/officeart/2005/8/layout/default"/>
    <dgm:cxn modelId="{B595431A-8496-4A3A-898F-8E57C2094466}" type="presParOf" srcId="{6FEF5335-4468-4AD9-93F3-BAA2F827C707}" destId="{3083CAD4-C2A8-4F17-ABA9-824FFCEA7127}" srcOrd="3" destOrd="0" presId="urn:microsoft.com/office/officeart/2005/8/layout/default"/>
    <dgm:cxn modelId="{8CE39732-9203-440A-BAE6-9776A829FF56}" type="presParOf" srcId="{6FEF5335-4468-4AD9-93F3-BAA2F827C707}" destId="{5A7B7AC4-39A0-47C8-B49E-50F2FFA4F4E4}" srcOrd="4" destOrd="0" presId="urn:microsoft.com/office/officeart/2005/8/layout/default"/>
    <dgm:cxn modelId="{EF060D42-3FE4-41D0-AFB8-08F711868879}" type="presParOf" srcId="{6FEF5335-4468-4AD9-93F3-BAA2F827C707}" destId="{84826EED-008D-4E47-B4CC-8ABB0D98F5DB}" srcOrd="5" destOrd="0" presId="urn:microsoft.com/office/officeart/2005/8/layout/default"/>
    <dgm:cxn modelId="{AC3C26EF-5368-4C89-A163-E53F8A9B3C5A}" type="presParOf" srcId="{6FEF5335-4468-4AD9-93F3-BAA2F827C707}" destId="{3CCFB88A-CBFB-46A1-AF97-0C823E62F9B7}" srcOrd="6" destOrd="0" presId="urn:microsoft.com/office/officeart/2005/8/layout/default"/>
    <dgm:cxn modelId="{C5D8410D-8BFA-4A60-8567-4E3A23D1CBF1}" type="presParOf" srcId="{6FEF5335-4468-4AD9-93F3-BAA2F827C707}" destId="{4AD490E5-BE91-46D0-A9B5-28368384EC93}" srcOrd="7" destOrd="0" presId="urn:microsoft.com/office/officeart/2005/8/layout/default"/>
    <dgm:cxn modelId="{DDC72D3E-B28F-4B29-BE9D-9E106F35B5AD}" type="presParOf" srcId="{6FEF5335-4468-4AD9-93F3-BAA2F827C707}" destId="{52A114B5-E72E-4D6B-B8AE-4664D44DC497}" srcOrd="8" destOrd="0" presId="urn:microsoft.com/office/officeart/2005/8/layout/default"/>
    <dgm:cxn modelId="{6C437354-4039-490A-8DDC-4020E03CB28A}" type="presParOf" srcId="{6FEF5335-4468-4AD9-93F3-BAA2F827C707}" destId="{E77CD92D-B30A-46A0-92DD-839965100522}" srcOrd="9" destOrd="0" presId="urn:microsoft.com/office/officeart/2005/8/layout/default"/>
    <dgm:cxn modelId="{B8F207DA-D860-4CAB-B2ED-6A2E33BA878A}" type="presParOf" srcId="{6FEF5335-4468-4AD9-93F3-BAA2F827C707}" destId="{C84D4776-D7B3-4141-AD90-F23CF9C597A9}" srcOrd="10" destOrd="0" presId="urn:microsoft.com/office/officeart/2005/8/layout/default"/>
    <dgm:cxn modelId="{70E18986-C75D-4114-8F5C-CF553D81EC99}" type="presParOf" srcId="{6FEF5335-4468-4AD9-93F3-BAA2F827C707}" destId="{C5EA1CCC-1AB8-4360-A5DF-B9B1EBE6C145}" srcOrd="11" destOrd="0" presId="urn:microsoft.com/office/officeart/2005/8/layout/default"/>
    <dgm:cxn modelId="{80C13297-6444-489E-BEA1-1CC18293B496}" type="presParOf" srcId="{6FEF5335-4468-4AD9-93F3-BAA2F827C707}" destId="{AA40BAAE-59F1-4765-B543-6AA441F51421}" srcOrd="12" destOrd="0" presId="urn:microsoft.com/office/officeart/2005/8/layout/default"/>
    <dgm:cxn modelId="{232C256A-E00E-483B-BFEC-BC416C22E3A2}" type="presParOf" srcId="{6FEF5335-4468-4AD9-93F3-BAA2F827C707}" destId="{55DE7238-DEDC-4496-975F-F1D1C4C2DDB0}" srcOrd="13" destOrd="0" presId="urn:microsoft.com/office/officeart/2005/8/layout/default"/>
    <dgm:cxn modelId="{8D224C35-A365-4065-B4E4-23F19ABDCD46}" type="presParOf" srcId="{6FEF5335-4468-4AD9-93F3-BAA2F827C707}" destId="{47545C2C-611B-4B1E-BFBC-1B299DA43901}" srcOrd="14" destOrd="0" presId="urn:microsoft.com/office/officeart/2005/8/layout/default"/>
    <dgm:cxn modelId="{56EC284A-0C3E-400A-B2C1-935D7FA711CD}" type="presParOf" srcId="{6FEF5335-4468-4AD9-93F3-BAA2F827C707}" destId="{6B3A45C6-B3C5-4354-A8C0-DD09DE40FEAA}" srcOrd="15" destOrd="0" presId="urn:microsoft.com/office/officeart/2005/8/layout/default"/>
    <dgm:cxn modelId="{1460CCB8-8E4C-48DC-8335-F524D9618FB2}" type="presParOf" srcId="{6FEF5335-4468-4AD9-93F3-BAA2F827C707}" destId="{5506819E-B4B5-41C2-A9F4-4FCF4ABE4A68}" srcOrd="16" destOrd="0" presId="urn:microsoft.com/office/officeart/2005/8/layout/default"/>
    <dgm:cxn modelId="{D1463AE6-A3D3-42EB-BDF9-78AA8499355B}" type="presParOf" srcId="{6FEF5335-4468-4AD9-93F3-BAA2F827C707}" destId="{9FC079C5-AF69-4426-BDB9-451FD1EAA576}" srcOrd="17" destOrd="0" presId="urn:microsoft.com/office/officeart/2005/8/layout/default"/>
    <dgm:cxn modelId="{B22163C2-FE01-41BD-A194-9E145293A06D}" type="presParOf" srcId="{6FEF5335-4468-4AD9-93F3-BAA2F827C707}" destId="{8CEF2A9F-DC8B-4C4D-9A44-7AFFA0A2FDB8}" srcOrd="18" destOrd="0" presId="urn:microsoft.com/office/officeart/2005/8/layout/default"/>
    <dgm:cxn modelId="{63541BDD-8A63-4EF9-80F5-DEFE3E814E30}" type="presParOf" srcId="{6FEF5335-4468-4AD9-93F3-BAA2F827C707}" destId="{55BEFE09-44F8-46E8-87CA-1D67C4AD632A}" srcOrd="19" destOrd="0" presId="urn:microsoft.com/office/officeart/2005/8/layout/default"/>
    <dgm:cxn modelId="{F490F063-7F6C-4840-838F-EE933B975347}" type="presParOf" srcId="{6FEF5335-4468-4AD9-93F3-BAA2F827C707}" destId="{3F78CD89-692E-4050-A300-FD6AB58CF8A7}" srcOrd="20" destOrd="0" presId="urn:microsoft.com/office/officeart/2005/8/layout/default"/>
    <dgm:cxn modelId="{04349D23-0159-428E-8CEE-6024CBCDD608}" type="presParOf" srcId="{6FEF5335-4468-4AD9-93F3-BAA2F827C707}" destId="{BFE3BB0E-1C27-4845-A4B8-849CD3884E8D}" srcOrd="21" destOrd="0" presId="urn:microsoft.com/office/officeart/2005/8/layout/default"/>
    <dgm:cxn modelId="{3A2D12A8-7565-4E3C-B298-333121B295BB}" type="presParOf" srcId="{6FEF5335-4468-4AD9-93F3-BAA2F827C707}" destId="{C424F862-40B2-4574-A60E-05A4F01DB2C1}" srcOrd="22" destOrd="0" presId="urn:microsoft.com/office/officeart/2005/8/layout/default"/>
    <dgm:cxn modelId="{2A16DE9F-AEDA-4D1D-B317-EF3D5FF281D0}" type="presParOf" srcId="{6FEF5335-4468-4AD9-93F3-BAA2F827C707}" destId="{005F7DD4-52CA-4EAE-9FF4-B28DF8E56168}" srcOrd="23" destOrd="0" presId="urn:microsoft.com/office/officeart/2005/8/layout/default"/>
    <dgm:cxn modelId="{06E8C3BA-5881-495D-B8A3-C35E4A7F3806}" type="presParOf" srcId="{6FEF5335-4468-4AD9-93F3-BAA2F827C707}" destId="{920A8B59-402F-4D81-96A9-4B0390C15FDA}" srcOrd="24" destOrd="0" presId="urn:microsoft.com/office/officeart/2005/8/layout/default"/>
    <dgm:cxn modelId="{E527AA96-581E-4532-91BD-21E456ED2C8C}" type="presParOf" srcId="{6FEF5335-4468-4AD9-93F3-BAA2F827C707}" destId="{397FABC5-8CA2-405F-8F02-DFAA39934A24}" srcOrd="25" destOrd="0" presId="urn:microsoft.com/office/officeart/2005/8/layout/default"/>
    <dgm:cxn modelId="{A31065C3-1454-457C-BDF1-D971C53852D5}" type="presParOf" srcId="{6FEF5335-4468-4AD9-93F3-BAA2F827C707}" destId="{2A78206A-4B67-4611-A516-EEB574BFBEFB}" srcOrd="26" destOrd="0" presId="urn:microsoft.com/office/officeart/2005/8/layout/default"/>
    <dgm:cxn modelId="{ECCD676E-AEEC-4B3B-AD41-A79AB10CB43B}" type="presParOf" srcId="{6FEF5335-4468-4AD9-93F3-BAA2F827C707}" destId="{5311CD74-3075-4172-8F2C-1A54763621E8}" srcOrd="27" destOrd="0" presId="urn:microsoft.com/office/officeart/2005/8/layout/default"/>
    <dgm:cxn modelId="{E0EDFF41-F37F-43F5-8CC7-5F4189FB3F79}" type="presParOf" srcId="{6FEF5335-4468-4AD9-93F3-BAA2F827C707}" destId="{3EC3DF74-2EBC-4EB2-96A5-D3D6E4AEC13B}" srcOrd="28" destOrd="0" presId="urn:microsoft.com/office/officeart/2005/8/layout/default"/>
    <dgm:cxn modelId="{F48A507A-632E-481A-801B-CE75B6C2F0CF}" type="presParOf" srcId="{6FEF5335-4468-4AD9-93F3-BAA2F827C707}" destId="{6C05E043-5214-4483-ADBE-0D6BAAA80DC4}" srcOrd="29" destOrd="0" presId="urn:microsoft.com/office/officeart/2005/8/layout/default"/>
    <dgm:cxn modelId="{E66DD950-1D9E-4B30-94A1-B1A4A18A2932}" type="presParOf" srcId="{6FEF5335-4468-4AD9-93F3-BAA2F827C707}" destId="{9E9A53C5-720B-43A5-9CCD-B4801155EFAD}" srcOrd="30" destOrd="0" presId="urn:microsoft.com/office/officeart/2005/8/layout/default"/>
    <dgm:cxn modelId="{D87A8281-3E8F-470C-BC7E-02FCE19927A8}" type="presParOf" srcId="{6FEF5335-4468-4AD9-93F3-BAA2F827C707}" destId="{8076BF11-B627-4780-BBB0-61454EFC373D}" srcOrd="31" destOrd="0" presId="urn:microsoft.com/office/officeart/2005/8/layout/default"/>
    <dgm:cxn modelId="{B94EAAB8-9C46-4747-B99E-860540464772}" type="presParOf" srcId="{6FEF5335-4468-4AD9-93F3-BAA2F827C707}" destId="{6993C543-D0D7-4198-994A-A90CD930898F}" srcOrd="3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A1B94B2-15F3-4D94-AEEA-60D568CA6698}" type="doc">
      <dgm:prSet loTypeId="urn:microsoft.com/office/officeart/2016/7/layout/RepeatingBendingProcessNew" loCatId="process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84ABF17-FBAF-428E-8AC9-2525DC23472A}">
      <dgm:prSet/>
      <dgm:spPr/>
      <dgm:t>
        <a:bodyPr/>
        <a:lstStyle/>
        <a:p>
          <a:r>
            <a:rPr lang="en-US" b="1"/>
            <a:t>Content Ideas</a:t>
          </a:r>
          <a:endParaRPr lang="en-US"/>
        </a:p>
      </dgm:t>
    </dgm:pt>
    <dgm:pt modelId="{09793A3A-79ED-4EB9-B1C2-213E551731CC}" type="parTrans" cxnId="{462F8EA3-6B60-4B1E-9294-BBD6BCE86D2A}">
      <dgm:prSet/>
      <dgm:spPr/>
      <dgm:t>
        <a:bodyPr/>
        <a:lstStyle/>
        <a:p>
          <a:endParaRPr lang="en-US"/>
        </a:p>
      </dgm:t>
    </dgm:pt>
    <dgm:pt modelId="{4CD350DF-F413-4198-952E-0E758FE0D40A}" type="sibTrans" cxnId="{462F8EA3-6B60-4B1E-9294-BBD6BCE86D2A}">
      <dgm:prSet/>
      <dgm:spPr/>
      <dgm:t>
        <a:bodyPr/>
        <a:lstStyle/>
        <a:p>
          <a:endParaRPr lang="en-US"/>
        </a:p>
      </dgm:t>
    </dgm:pt>
    <dgm:pt modelId="{AFFD5AB6-2042-4B93-85DC-C86F8549708C}">
      <dgm:prSet/>
      <dgm:spPr/>
      <dgm:t>
        <a:bodyPr/>
        <a:lstStyle/>
        <a:p>
          <a:r>
            <a:rPr lang="en-US" b="1"/>
            <a:t>Post 1: Food Reel</a:t>
          </a:r>
          <a:endParaRPr lang="en-US"/>
        </a:p>
      </dgm:t>
    </dgm:pt>
    <dgm:pt modelId="{9A46F834-6F8F-46D4-8299-1F1095ADB547}" type="parTrans" cxnId="{E1A5350A-8D53-4374-B45F-30AAD13F6682}">
      <dgm:prSet/>
      <dgm:spPr/>
      <dgm:t>
        <a:bodyPr/>
        <a:lstStyle/>
        <a:p>
          <a:endParaRPr lang="en-US"/>
        </a:p>
      </dgm:t>
    </dgm:pt>
    <dgm:pt modelId="{8A920DB0-A06E-4DBA-8A64-D7D237CF9B8D}" type="sibTrans" cxnId="{E1A5350A-8D53-4374-B45F-30AAD13F6682}">
      <dgm:prSet/>
      <dgm:spPr/>
      <dgm:t>
        <a:bodyPr/>
        <a:lstStyle/>
        <a:p>
          <a:endParaRPr lang="en-US"/>
        </a:p>
      </dgm:t>
    </dgm:pt>
    <dgm:pt modelId="{6557A69B-C3A5-47F7-94C6-E378137F47DB}">
      <dgm:prSet/>
      <dgm:spPr/>
      <dgm:t>
        <a:bodyPr/>
        <a:lstStyle/>
        <a:p>
          <a:r>
            <a:rPr lang="en-US" b="1"/>
            <a:t>Idea:</a:t>
          </a:r>
          <a:r>
            <a:rPr lang="en-US"/>
            <a:t> Show a person ordering food and enjoying it.</a:t>
          </a:r>
        </a:p>
      </dgm:t>
    </dgm:pt>
    <dgm:pt modelId="{DD81ADF1-9AF6-4F14-A823-07449775F16E}" type="parTrans" cxnId="{528BA2A3-7126-4A0E-BD57-25516C9900A9}">
      <dgm:prSet/>
      <dgm:spPr/>
      <dgm:t>
        <a:bodyPr/>
        <a:lstStyle/>
        <a:p>
          <a:endParaRPr lang="en-US"/>
        </a:p>
      </dgm:t>
    </dgm:pt>
    <dgm:pt modelId="{EF2C9B29-B0C1-47DE-8F47-8A3A41670255}" type="sibTrans" cxnId="{528BA2A3-7126-4A0E-BD57-25516C9900A9}">
      <dgm:prSet/>
      <dgm:spPr/>
      <dgm:t>
        <a:bodyPr/>
        <a:lstStyle/>
        <a:p>
          <a:endParaRPr lang="en-US"/>
        </a:p>
      </dgm:t>
    </dgm:pt>
    <dgm:pt modelId="{33C59349-03BF-432A-B5B4-F49FC9C27A6B}">
      <dgm:prSet/>
      <dgm:spPr/>
      <dgm:t>
        <a:bodyPr/>
        <a:lstStyle/>
        <a:p>
          <a:r>
            <a:rPr lang="en-US"/>
            <a:t>Caption:</a:t>
          </a:r>
          <a:br>
            <a:rPr lang="en-US"/>
          </a:br>
          <a:r>
            <a:rPr lang="en-US"/>
            <a:t>“Your favourite food is just one click away! 🍕🍔”</a:t>
          </a:r>
        </a:p>
      </dgm:t>
    </dgm:pt>
    <dgm:pt modelId="{0D2D5267-2F1B-45FA-B9F0-12AE44BBC4CE}" type="parTrans" cxnId="{F1810677-4354-4A7A-9FA1-0E932D1A8953}">
      <dgm:prSet/>
      <dgm:spPr/>
      <dgm:t>
        <a:bodyPr/>
        <a:lstStyle/>
        <a:p>
          <a:endParaRPr lang="en-US"/>
        </a:p>
      </dgm:t>
    </dgm:pt>
    <dgm:pt modelId="{7461CCA0-2C6B-4FA4-A75F-74004921A1C6}" type="sibTrans" cxnId="{F1810677-4354-4A7A-9FA1-0E932D1A8953}">
      <dgm:prSet/>
      <dgm:spPr/>
      <dgm:t>
        <a:bodyPr/>
        <a:lstStyle/>
        <a:p>
          <a:endParaRPr lang="en-US"/>
        </a:p>
      </dgm:t>
    </dgm:pt>
    <dgm:pt modelId="{FFB15F9C-580F-408B-B7BD-732D942FC843}">
      <dgm:prSet/>
      <dgm:spPr/>
      <dgm:t>
        <a:bodyPr/>
        <a:lstStyle/>
        <a:p>
          <a:r>
            <a:rPr lang="en-US" b="1"/>
            <a:t>Post 2: Customer Experience</a:t>
          </a:r>
          <a:endParaRPr lang="en-US"/>
        </a:p>
      </dgm:t>
    </dgm:pt>
    <dgm:pt modelId="{11547F6A-6A62-47E8-88F4-E4153899C811}" type="parTrans" cxnId="{1F37C813-9DA1-471F-B733-7877D40DCB60}">
      <dgm:prSet/>
      <dgm:spPr/>
      <dgm:t>
        <a:bodyPr/>
        <a:lstStyle/>
        <a:p>
          <a:endParaRPr lang="en-US"/>
        </a:p>
      </dgm:t>
    </dgm:pt>
    <dgm:pt modelId="{BB45F582-534F-424C-A7B5-10082D75FC1F}" type="sibTrans" cxnId="{1F37C813-9DA1-471F-B733-7877D40DCB60}">
      <dgm:prSet/>
      <dgm:spPr/>
      <dgm:t>
        <a:bodyPr/>
        <a:lstStyle/>
        <a:p>
          <a:endParaRPr lang="en-US"/>
        </a:p>
      </dgm:t>
    </dgm:pt>
    <dgm:pt modelId="{CBDF9201-5925-426E-AAFD-B8763B983B65}">
      <dgm:prSet/>
      <dgm:spPr/>
      <dgm:t>
        <a:bodyPr/>
        <a:lstStyle/>
        <a:p>
          <a:r>
            <a:rPr lang="en-US" b="1"/>
            <a:t>Idea:</a:t>
          </a:r>
          <a:r>
            <a:rPr lang="en-US"/>
            <a:t> Share customer feedback and reviews.</a:t>
          </a:r>
        </a:p>
      </dgm:t>
    </dgm:pt>
    <dgm:pt modelId="{416BE46E-4CF4-4465-B3B7-2B0241C2C7D8}" type="parTrans" cxnId="{AF8B15F3-C20C-4A97-8452-A12DC73EDA1D}">
      <dgm:prSet/>
      <dgm:spPr/>
      <dgm:t>
        <a:bodyPr/>
        <a:lstStyle/>
        <a:p>
          <a:endParaRPr lang="en-US"/>
        </a:p>
      </dgm:t>
    </dgm:pt>
    <dgm:pt modelId="{0C6F262B-C8F2-44E0-9249-3BAC88C5F018}" type="sibTrans" cxnId="{AF8B15F3-C20C-4A97-8452-A12DC73EDA1D}">
      <dgm:prSet/>
      <dgm:spPr/>
      <dgm:t>
        <a:bodyPr/>
        <a:lstStyle/>
        <a:p>
          <a:endParaRPr lang="en-US"/>
        </a:p>
      </dgm:t>
    </dgm:pt>
    <dgm:pt modelId="{856A7D7E-BE96-4CA6-A64D-7B87C344C776}">
      <dgm:prSet/>
      <dgm:spPr/>
      <dgm:t>
        <a:bodyPr/>
        <a:lstStyle/>
        <a:p>
          <a:r>
            <a:rPr lang="en-US"/>
            <a:t>Caption:</a:t>
          </a:r>
          <a:br>
            <a:rPr lang="en-US"/>
          </a:br>
          <a:r>
            <a:rPr lang="en-US"/>
            <a:t>“Good food creates happy moments ❤️”</a:t>
          </a:r>
        </a:p>
      </dgm:t>
    </dgm:pt>
    <dgm:pt modelId="{752F23E2-D633-4503-B21D-59D85BEC29FE}" type="parTrans" cxnId="{D322B3C6-05AB-48AA-93A7-F0F35BC3D640}">
      <dgm:prSet/>
      <dgm:spPr/>
      <dgm:t>
        <a:bodyPr/>
        <a:lstStyle/>
        <a:p>
          <a:endParaRPr lang="en-US"/>
        </a:p>
      </dgm:t>
    </dgm:pt>
    <dgm:pt modelId="{49160C35-82D8-4934-8E38-9D76D426B5EB}" type="sibTrans" cxnId="{D322B3C6-05AB-48AA-93A7-F0F35BC3D640}">
      <dgm:prSet/>
      <dgm:spPr/>
      <dgm:t>
        <a:bodyPr/>
        <a:lstStyle/>
        <a:p>
          <a:endParaRPr lang="en-US"/>
        </a:p>
      </dgm:t>
    </dgm:pt>
    <dgm:pt modelId="{E1C53914-1B88-40CD-A29B-5EC83A2B6AA0}">
      <dgm:prSet/>
      <dgm:spPr/>
      <dgm:t>
        <a:bodyPr/>
        <a:lstStyle/>
        <a:p>
          <a:r>
            <a:rPr lang="en-US" b="1"/>
            <a:t>Post 3: Offer Campaign</a:t>
          </a:r>
          <a:endParaRPr lang="en-US"/>
        </a:p>
      </dgm:t>
    </dgm:pt>
    <dgm:pt modelId="{B3A00A48-4587-4E05-92E2-10C67D8F1C5A}" type="parTrans" cxnId="{9D70CE04-40FB-48F7-92DC-1313481E6ADE}">
      <dgm:prSet/>
      <dgm:spPr/>
      <dgm:t>
        <a:bodyPr/>
        <a:lstStyle/>
        <a:p>
          <a:endParaRPr lang="en-US"/>
        </a:p>
      </dgm:t>
    </dgm:pt>
    <dgm:pt modelId="{15817FEE-A793-48C5-981A-8AEF3E2C48AA}" type="sibTrans" cxnId="{9D70CE04-40FB-48F7-92DC-1313481E6ADE}">
      <dgm:prSet/>
      <dgm:spPr/>
      <dgm:t>
        <a:bodyPr/>
        <a:lstStyle/>
        <a:p>
          <a:endParaRPr lang="en-US"/>
        </a:p>
      </dgm:t>
    </dgm:pt>
    <dgm:pt modelId="{B0AFFEDE-6DB7-455C-AF06-561CED0A895F}">
      <dgm:prSet/>
      <dgm:spPr/>
      <dgm:t>
        <a:bodyPr/>
        <a:lstStyle/>
        <a:p>
          <a:r>
            <a:rPr lang="en-US" b="1"/>
            <a:t>Idea:</a:t>
          </a:r>
          <a:r>
            <a:rPr lang="en-US"/>
            <a:t> Weekend discount promotion.</a:t>
          </a:r>
        </a:p>
      </dgm:t>
    </dgm:pt>
    <dgm:pt modelId="{48EAE4D2-1A76-47B5-814F-FCC3E2204F99}" type="parTrans" cxnId="{1D6F413A-B0A3-463C-8626-58E174106C8C}">
      <dgm:prSet/>
      <dgm:spPr/>
      <dgm:t>
        <a:bodyPr/>
        <a:lstStyle/>
        <a:p>
          <a:endParaRPr lang="en-US"/>
        </a:p>
      </dgm:t>
    </dgm:pt>
    <dgm:pt modelId="{FD9E2C46-CBDB-4688-A3D6-A366A8EC943E}" type="sibTrans" cxnId="{1D6F413A-B0A3-463C-8626-58E174106C8C}">
      <dgm:prSet/>
      <dgm:spPr/>
      <dgm:t>
        <a:bodyPr/>
        <a:lstStyle/>
        <a:p>
          <a:endParaRPr lang="en-US"/>
        </a:p>
      </dgm:t>
    </dgm:pt>
    <dgm:pt modelId="{8D7E869F-DF28-4E2D-9075-D450E0DB12CF}">
      <dgm:prSet/>
      <dgm:spPr/>
      <dgm:t>
        <a:bodyPr/>
        <a:lstStyle/>
        <a:p>
          <a:r>
            <a:rPr lang="en-US"/>
            <a:t>Caption:</a:t>
          </a:r>
          <a:br>
            <a:rPr lang="en-US"/>
          </a:br>
          <a:r>
            <a:rPr lang="en-US"/>
            <a:t>“Weekend cravings? Get your favourite meals delivered!”</a:t>
          </a:r>
        </a:p>
      </dgm:t>
    </dgm:pt>
    <dgm:pt modelId="{E30A7901-563B-4198-AFB6-1A8892F472D2}" type="parTrans" cxnId="{491B1160-4134-4382-8613-E6381EEBF099}">
      <dgm:prSet/>
      <dgm:spPr/>
      <dgm:t>
        <a:bodyPr/>
        <a:lstStyle/>
        <a:p>
          <a:endParaRPr lang="en-US"/>
        </a:p>
      </dgm:t>
    </dgm:pt>
    <dgm:pt modelId="{27EBC53D-95D0-49BD-9EBE-8B6CA1555B90}" type="sibTrans" cxnId="{491B1160-4134-4382-8613-E6381EEBF099}">
      <dgm:prSet/>
      <dgm:spPr/>
      <dgm:t>
        <a:bodyPr/>
        <a:lstStyle/>
        <a:p>
          <a:endParaRPr lang="en-US"/>
        </a:p>
      </dgm:t>
    </dgm:pt>
    <dgm:pt modelId="{740AB82A-074B-42BE-955F-A4B3E9523434}" type="pres">
      <dgm:prSet presAssocID="{CA1B94B2-15F3-4D94-AEEA-60D568CA6698}" presName="Name0" presStyleCnt="0">
        <dgm:presLayoutVars>
          <dgm:dir/>
          <dgm:resizeHandles val="exact"/>
        </dgm:presLayoutVars>
      </dgm:prSet>
      <dgm:spPr/>
    </dgm:pt>
    <dgm:pt modelId="{59ACBE1D-4460-4FCE-B313-98A0FCFB9453}" type="pres">
      <dgm:prSet presAssocID="{984ABF17-FBAF-428E-8AC9-2525DC23472A}" presName="node" presStyleLbl="node1" presStyleIdx="0" presStyleCnt="10">
        <dgm:presLayoutVars>
          <dgm:bulletEnabled val="1"/>
        </dgm:presLayoutVars>
      </dgm:prSet>
      <dgm:spPr/>
    </dgm:pt>
    <dgm:pt modelId="{50C96AF1-B06D-442C-A29E-84565C0151C5}" type="pres">
      <dgm:prSet presAssocID="{4CD350DF-F413-4198-952E-0E758FE0D40A}" presName="sibTrans" presStyleLbl="sibTrans1D1" presStyleIdx="0" presStyleCnt="9"/>
      <dgm:spPr/>
    </dgm:pt>
    <dgm:pt modelId="{1BF0E793-CCBB-4979-866A-BA8CD8E25AA6}" type="pres">
      <dgm:prSet presAssocID="{4CD350DF-F413-4198-952E-0E758FE0D40A}" presName="connectorText" presStyleLbl="sibTrans1D1" presStyleIdx="0" presStyleCnt="9"/>
      <dgm:spPr/>
    </dgm:pt>
    <dgm:pt modelId="{48879BF6-3492-416A-AF99-BA2F96010E18}" type="pres">
      <dgm:prSet presAssocID="{AFFD5AB6-2042-4B93-85DC-C86F8549708C}" presName="node" presStyleLbl="node1" presStyleIdx="1" presStyleCnt="10">
        <dgm:presLayoutVars>
          <dgm:bulletEnabled val="1"/>
        </dgm:presLayoutVars>
      </dgm:prSet>
      <dgm:spPr/>
    </dgm:pt>
    <dgm:pt modelId="{5DD748D9-C2D4-4A1A-BD03-A34A4FD1D078}" type="pres">
      <dgm:prSet presAssocID="{8A920DB0-A06E-4DBA-8A64-D7D237CF9B8D}" presName="sibTrans" presStyleLbl="sibTrans1D1" presStyleIdx="1" presStyleCnt="9"/>
      <dgm:spPr/>
    </dgm:pt>
    <dgm:pt modelId="{D7FEDCA6-5FCA-4C10-A442-3F64AE7D8E6A}" type="pres">
      <dgm:prSet presAssocID="{8A920DB0-A06E-4DBA-8A64-D7D237CF9B8D}" presName="connectorText" presStyleLbl="sibTrans1D1" presStyleIdx="1" presStyleCnt="9"/>
      <dgm:spPr/>
    </dgm:pt>
    <dgm:pt modelId="{9124BC11-8DE0-4987-AF97-13F53FFB2EC8}" type="pres">
      <dgm:prSet presAssocID="{6557A69B-C3A5-47F7-94C6-E378137F47DB}" presName="node" presStyleLbl="node1" presStyleIdx="2" presStyleCnt="10">
        <dgm:presLayoutVars>
          <dgm:bulletEnabled val="1"/>
        </dgm:presLayoutVars>
      </dgm:prSet>
      <dgm:spPr/>
    </dgm:pt>
    <dgm:pt modelId="{E60E0CB0-90FA-4585-AC38-936C55AB16CF}" type="pres">
      <dgm:prSet presAssocID="{EF2C9B29-B0C1-47DE-8F47-8A3A41670255}" presName="sibTrans" presStyleLbl="sibTrans1D1" presStyleIdx="2" presStyleCnt="9"/>
      <dgm:spPr/>
    </dgm:pt>
    <dgm:pt modelId="{72FBA9F9-4AB0-4AA2-813E-5BE7FE568E4A}" type="pres">
      <dgm:prSet presAssocID="{EF2C9B29-B0C1-47DE-8F47-8A3A41670255}" presName="connectorText" presStyleLbl="sibTrans1D1" presStyleIdx="2" presStyleCnt="9"/>
      <dgm:spPr/>
    </dgm:pt>
    <dgm:pt modelId="{06BA2210-42E4-4726-86B7-C5F1E3AB4FEF}" type="pres">
      <dgm:prSet presAssocID="{33C59349-03BF-432A-B5B4-F49FC9C27A6B}" presName="node" presStyleLbl="node1" presStyleIdx="3" presStyleCnt="10">
        <dgm:presLayoutVars>
          <dgm:bulletEnabled val="1"/>
        </dgm:presLayoutVars>
      </dgm:prSet>
      <dgm:spPr/>
    </dgm:pt>
    <dgm:pt modelId="{78C3BE2A-1623-47E5-8B55-683E936300F6}" type="pres">
      <dgm:prSet presAssocID="{7461CCA0-2C6B-4FA4-A75F-74004921A1C6}" presName="sibTrans" presStyleLbl="sibTrans1D1" presStyleIdx="3" presStyleCnt="9"/>
      <dgm:spPr/>
    </dgm:pt>
    <dgm:pt modelId="{B5E25FF1-B679-4FAA-95BF-3997E0C44B97}" type="pres">
      <dgm:prSet presAssocID="{7461CCA0-2C6B-4FA4-A75F-74004921A1C6}" presName="connectorText" presStyleLbl="sibTrans1D1" presStyleIdx="3" presStyleCnt="9"/>
      <dgm:spPr/>
    </dgm:pt>
    <dgm:pt modelId="{08E21FAA-72E6-4CE3-BFAC-D01AB0382ECC}" type="pres">
      <dgm:prSet presAssocID="{FFB15F9C-580F-408B-B7BD-732D942FC843}" presName="node" presStyleLbl="node1" presStyleIdx="4" presStyleCnt="10">
        <dgm:presLayoutVars>
          <dgm:bulletEnabled val="1"/>
        </dgm:presLayoutVars>
      </dgm:prSet>
      <dgm:spPr/>
    </dgm:pt>
    <dgm:pt modelId="{55B49E11-2CB2-4453-A848-13859C0BF482}" type="pres">
      <dgm:prSet presAssocID="{BB45F582-534F-424C-A7B5-10082D75FC1F}" presName="sibTrans" presStyleLbl="sibTrans1D1" presStyleIdx="4" presStyleCnt="9"/>
      <dgm:spPr/>
    </dgm:pt>
    <dgm:pt modelId="{11D7FA12-77EC-4CCF-9AF1-4D1F5133F29E}" type="pres">
      <dgm:prSet presAssocID="{BB45F582-534F-424C-A7B5-10082D75FC1F}" presName="connectorText" presStyleLbl="sibTrans1D1" presStyleIdx="4" presStyleCnt="9"/>
      <dgm:spPr/>
    </dgm:pt>
    <dgm:pt modelId="{A1721D80-C213-40AC-828E-A96708E92203}" type="pres">
      <dgm:prSet presAssocID="{CBDF9201-5925-426E-AAFD-B8763B983B65}" presName="node" presStyleLbl="node1" presStyleIdx="5" presStyleCnt="10">
        <dgm:presLayoutVars>
          <dgm:bulletEnabled val="1"/>
        </dgm:presLayoutVars>
      </dgm:prSet>
      <dgm:spPr/>
    </dgm:pt>
    <dgm:pt modelId="{F2FEB9D9-ACD5-4FFC-931E-607500E66B7D}" type="pres">
      <dgm:prSet presAssocID="{0C6F262B-C8F2-44E0-9249-3BAC88C5F018}" presName="sibTrans" presStyleLbl="sibTrans1D1" presStyleIdx="5" presStyleCnt="9"/>
      <dgm:spPr/>
    </dgm:pt>
    <dgm:pt modelId="{F8BBFAC8-1944-4404-AD92-005B0EBAFDFB}" type="pres">
      <dgm:prSet presAssocID="{0C6F262B-C8F2-44E0-9249-3BAC88C5F018}" presName="connectorText" presStyleLbl="sibTrans1D1" presStyleIdx="5" presStyleCnt="9"/>
      <dgm:spPr/>
    </dgm:pt>
    <dgm:pt modelId="{4ADD0705-674E-45B6-A76F-DCDF3BAD33BD}" type="pres">
      <dgm:prSet presAssocID="{856A7D7E-BE96-4CA6-A64D-7B87C344C776}" presName="node" presStyleLbl="node1" presStyleIdx="6" presStyleCnt="10">
        <dgm:presLayoutVars>
          <dgm:bulletEnabled val="1"/>
        </dgm:presLayoutVars>
      </dgm:prSet>
      <dgm:spPr/>
    </dgm:pt>
    <dgm:pt modelId="{59156331-E6D2-4D6A-AF54-2C020B8DBEBD}" type="pres">
      <dgm:prSet presAssocID="{49160C35-82D8-4934-8E38-9D76D426B5EB}" presName="sibTrans" presStyleLbl="sibTrans1D1" presStyleIdx="6" presStyleCnt="9"/>
      <dgm:spPr/>
    </dgm:pt>
    <dgm:pt modelId="{9FB5B131-D266-4283-9212-F4A9540B91AD}" type="pres">
      <dgm:prSet presAssocID="{49160C35-82D8-4934-8E38-9D76D426B5EB}" presName="connectorText" presStyleLbl="sibTrans1D1" presStyleIdx="6" presStyleCnt="9"/>
      <dgm:spPr/>
    </dgm:pt>
    <dgm:pt modelId="{9F6D72D0-E2CA-481E-B3FB-4B7507005355}" type="pres">
      <dgm:prSet presAssocID="{E1C53914-1B88-40CD-A29B-5EC83A2B6AA0}" presName="node" presStyleLbl="node1" presStyleIdx="7" presStyleCnt="10">
        <dgm:presLayoutVars>
          <dgm:bulletEnabled val="1"/>
        </dgm:presLayoutVars>
      </dgm:prSet>
      <dgm:spPr/>
    </dgm:pt>
    <dgm:pt modelId="{FFA0422E-8A32-4B9F-9325-770C59AD7EE1}" type="pres">
      <dgm:prSet presAssocID="{15817FEE-A793-48C5-981A-8AEF3E2C48AA}" presName="sibTrans" presStyleLbl="sibTrans1D1" presStyleIdx="7" presStyleCnt="9"/>
      <dgm:spPr/>
    </dgm:pt>
    <dgm:pt modelId="{29DE2C42-7452-47BE-B5BF-121D0028D065}" type="pres">
      <dgm:prSet presAssocID="{15817FEE-A793-48C5-981A-8AEF3E2C48AA}" presName="connectorText" presStyleLbl="sibTrans1D1" presStyleIdx="7" presStyleCnt="9"/>
      <dgm:spPr/>
    </dgm:pt>
    <dgm:pt modelId="{830EA063-F03D-49B7-8F00-67AE496E14C6}" type="pres">
      <dgm:prSet presAssocID="{B0AFFEDE-6DB7-455C-AF06-561CED0A895F}" presName="node" presStyleLbl="node1" presStyleIdx="8" presStyleCnt="10">
        <dgm:presLayoutVars>
          <dgm:bulletEnabled val="1"/>
        </dgm:presLayoutVars>
      </dgm:prSet>
      <dgm:spPr/>
    </dgm:pt>
    <dgm:pt modelId="{9E988583-C029-46B3-ABB2-9535117C889C}" type="pres">
      <dgm:prSet presAssocID="{FD9E2C46-CBDB-4688-A3D6-A366A8EC943E}" presName="sibTrans" presStyleLbl="sibTrans1D1" presStyleIdx="8" presStyleCnt="9"/>
      <dgm:spPr/>
    </dgm:pt>
    <dgm:pt modelId="{2A9B627A-C3F6-4858-AAC0-6488853CD3A2}" type="pres">
      <dgm:prSet presAssocID="{FD9E2C46-CBDB-4688-A3D6-A366A8EC943E}" presName="connectorText" presStyleLbl="sibTrans1D1" presStyleIdx="8" presStyleCnt="9"/>
      <dgm:spPr/>
    </dgm:pt>
    <dgm:pt modelId="{DD529B46-4E4D-487D-BA4C-0EC1CD696EE1}" type="pres">
      <dgm:prSet presAssocID="{8D7E869F-DF28-4E2D-9075-D450E0DB12CF}" presName="node" presStyleLbl="node1" presStyleIdx="9" presStyleCnt="10">
        <dgm:presLayoutVars>
          <dgm:bulletEnabled val="1"/>
        </dgm:presLayoutVars>
      </dgm:prSet>
      <dgm:spPr/>
    </dgm:pt>
  </dgm:ptLst>
  <dgm:cxnLst>
    <dgm:cxn modelId="{9D70CE04-40FB-48F7-92DC-1313481E6ADE}" srcId="{CA1B94B2-15F3-4D94-AEEA-60D568CA6698}" destId="{E1C53914-1B88-40CD-A29B-5EC83A2B6AA0}" srcOrd="7" destOrd="0" parTransId="{B3A00A48-4587-4E05-92E2-10C67D8F1C5A}" sibTransId="{15817FEE-A793-48C5-981A-8AEF3E2C48AA}"/>
    <dgm:cxn modelId="{E1A5350A-8D53-4374-B45F-30AAD13F6682}" srcId="{CA1B94B2-15F3-4D94-AEEA-60D568CA6698}" destId="{AFFD5AB6-2042-4B93-85DC-C86F8549708C}" srcOrd="1" destOrd="0" parTransId="{9A46F834-6F8F-46D4-8299-1F1095ADB547}" sibTransId="{8A920DB0-A06E-4DBA-8A64-D7D237CF9B8D}"/>
    <dgm:cxn modelId="{C6CBC510-DF58-4CB6-990A-381986EB44B2}" type="presOf" srcId="{15817FEE-A793-48C5-981A-8AEF3E2C48AA}" destId="{FFA0422E-8A32-4B9F-9325-770C59AD7EE1}" srcOrd="0" destOrd="0" presId="urn:microsoft.com/office/officeart/2016/7/layout/RepeatingBendingProcessNew"/>
    <dgm:cxn modelId="{1F37C813-9DA1-471F-B733-7877D40DCB60}" srcId="{CA1B94B2-15F3-4D94-AEEA-60D568CA6698}" destId="{FFB15F9C-580F-408B-B7BD-732D942FC843}" srcOrd="4" destOrd="0" parTransId="{11547F6A-6A62-47E8-88F4-E4153899C811}" sibTransId="{BB45F582-534F-424C-A7B5-10082D75FC1F}"/>
    <dgm:cxn modelId="{D2108B24-D967-4F49-9E0B-9AA485312A90}" type="presOf" srcId="{BB45F582-534F-424C-A7B5-10082D75FC1F}" destId="{11D7FA12-77EC-4CCF-9AF1-4D1F5133F29E}" srcOrd="1" destOrd="0" presId="urn:microsoft.com/office/officeart/2016/7/layout/RepeatingBendingProcessNew"/>
    <dgm:cxn modelId="{0ED0BB27-94E3-41A1-9B15-9270BD544F4D}" type="presOf" srcId="{49160C35-82D8-4934-8E38-9D76D426B5EB}" destId="{59156331-E6D2-4D6A-AF54-2C020B8DBEBD}" srcOrd="0" destOrd="0" presId="urn:microsoft.com/office/officeart/2016/7/layout/RepeatingBendingProcessNew"/>
    <dgm:cxn modelId="{91B4A928-F4CC-4839-94C1-FDA8D84E9F68}" type="presOf" srcId="{EF2C9B29-B0C1-47DE-8F47-8A3A41670255}" destId="{72FBA9F9-4AB0-4AA2-813E-5BE7FE568E4A}" srcOrd="1" destOrd="0" presId="urn:microsoft.com/office/officeart/2016/7/layout/RepeatingBendingProcessNew"/>
    <dgm:cxn modelId="{C806A629-00A0-444A-BFB2-CF39A656E90A}" type="presOf" srcId="{4CD350DF-F413-4198-952E-0E758FE0D40A}" destId="{50C96AF1-B06D-442C-A29E-84565C0151C5}" srcOrd="0" destOrd="0" presId="urn:microsoft.com/office/officeart/2016/7/layout/RepeatingBendingProcessNew"/>
    <dgm:cxn modelId="{50DD0F37-6141-40D9-B365-B7AA15AFFD55}" type="presOf" srcId="{EF2C9B29-B0C1-47DE-8F47-8A3A41670255}" destId="{E60E0CB0-90FA-4585-AC38-936C55AB16CF}" srcOrd="0" destOrd="0" presId="urn:microsoft.com/office/officeart/2016/7/layout/RepeatingBendingProcessNew"/>
    <dgm:cxn modelId="{B378EB39-49CD-43BE-8FED-60A883E8C807}" type="presOf" srcId="{8A920DB0-A06E-4DBA-8A64-D7D237CF9B8D}" destId="{D7FEDCA6-5FCA-4C10-A442-3F64AE7D8E6A}" srcOrd="1" destOrd="0" presId="urn:microsoft.com/office/officeart/2016/7/layout/RepeatingBendingProcessNew"/>
    <dgm:cxn modelId="{1D6F413A-B0A3-463C-8626-58E174106C8C}" srcId="{CA1B94B2-15F3-4D94-AEEA-60D568CA6698}" destId="{B0AFFEDE-6DB7-455C-AF06-561CED0A895F}" srcOrd="8" destOrd="0" parTransId="{48EAE4D2-1A76-47B5-814F-FCC3E2204F99}" sibTransId="{FD9E2C46-CBDB-4688-A3D6-A366A8EC943E}"/>
    <dgm:cxn modelId="{491B1160-4134-4382-8613-E6381EEBF099}" srcId="{CA1B94B2-15F3-4D94-AEEA-60D568CA6698}" destId="{8D7E869F-DF28-4E2D-9075-D450E0DB12CF}" srcOrd="9" destOrd="0" parTransId="{E30A7901-563B-4198-AFB6-1A8892F472D2}" sibTransId="{27EBC53D-95D0-49BD-9EBE-8B6CA1555B90}"/>
    <dgm:cxn modelId="{B9F03C60-D6BC-4A41-8C2F-22D1B17AE85C}" type="presOf" srcId="{0C6F262B-C8F2-44E0-9249-3BAC88C5F018}" destId="{F8BBFAC8-1944-4404-AD92-005B0EBAFDFB}" srcOrd="1" destOrd="0" presId="urn:microsoft.com/office/officeart/2016/7/layout/RepeatingBendingProcessNew"/>
    <dgm:cxn modelId="{94B7DA64-747E-411D-8BE8-6EB475C64B82}" type="presOf" srcId="{4CD350DF-F413-4198-952E-0E758FE0D40A}" destId="{1BF0E793-CCBB-4979-866A-BA8CD8E25AA6}" srcOrd="1" destOrd="0" presId="urn:microsoft.com/office/officeart/2016/7/layout/RepeatingBendingProcessNew"/>
    <dgm:cxn modelId="{4150A165-AEAD-4ECB-9A43-9C732AAE736D}" type="presOf" srcId="{984ABF17-FBAF-428E-8AC9-2525DC23472A}" destId="{59ACBE1D-4460-4FCE-B313-98A0FCFB9453}" srcOrd="0" destOrd="0" presId="urn:microsoft.com/office/officeart/2016/7/layout/RepeatingBendingProcessNew"/>
    <dgm:cxn modelId="{7A817C48-9409-410C-BE2A-8C0532B670EA}" type="presOf" srcId="{FFB15F9C-580F-408B-B7BD-732D942FC843}" destId="{08E21FAA-72E6-4CE3-BFAC-D01AB0382ECC}" srcOrd="0" destOrd="0" presId="urn:microsoft.com/office/officeart/2016/7/layout/RepeatingBendingProcessNew"/>
    <dgm:cxn modelId="{ADAB3A49-6F1D-48A9-B253-8D339F36AD9D}" type="presOf" srcId="{8A920DB0-A06E-4DBA-8A64-D7D237CF9B8D}" destId="{5DD748D9-C2D4-4A1A-BD03-A34A4FD1D078}" srcOrd="0" destOrd="0" presId="urn:microsoft.com/office/officeart/2016/7/layout/RepeatingBendingProcessNew"/>
    <dgm:cxn modelId="{0BA64C49-43C5-4C0A-8081-CBD0FE8A9D05}" type="presOf" srcId="{7461CCA0-2C6B-4FA4-A75F-74004921A1C6}" destId="{78C3BE2A-1623-47E5-8B55-683E936300F6}" srcOrd="0" destOrd="0" presId="urn:microsoft.com/office/officeart/2016/7/layout/RepeatingBendingProcessNew"/>
    <dgm:cxn modelId="{99B6F552-C40A-4D90-9A63-6210BD5D3F85}" type="presOf" srcId="{FD9E2C46-CBDB-4688-A3D6-A366A8EC943E}" destId="{2A9B627A-C3F6-4858-AAC0-6488853CD3A2}" srcOrd="1" destOrd="0" presId="urn:microsoft.com/office/officeart/2016/7/layout/RepeatingBendingProcessNew"/>
    <dgm:cxn modelId="{D3EBE273-5398-44C1-A519-5203E803D878}" type="presOf" srcId="{BB45F582-534F-424C-A7B5-10082D75FC1F}" destId="{55B49E11-2CB2-4453-A848-13859C0BF482}" srcOrd="0" destOrd="0" presId="urn:microsoft.com/office/officeart/2016/7/layout/RepeatingBendingProcessNew"/>
    <dgm:cxn modelId="{89D8CC54-D2CB-4366-BEB6-C691FA54E58D}" type="presOf" srcId="{FD9E2C46-CBDB-4688-A3D6-A366A8EC943E}" destId="{9E988583-C029-46B3-ABB2-9535117C889C}" srcOrd="0" destOrd="0" presId="urn:microsoft.com/office/officeart/2016/7/layout/RepeatingBendingProcessNew"/>
    <dgm:cxn modelId="{B1F17576-52B1-4475-9868-562BD41B7E3A}" type="presOf" srcId="{33C59349-03BF-432A-B5B4-F49FC9C27A6B}" destId="{06BA2210-42E4-4726-86B7-C5F1E3AB4FEF}" srcOrd="0" destOrd="0" presId="urn:microsoft.com/office/officeart/2016/7/layout/RepeatingBendingProcessNew"/>
    <dgm:cxn modelId="{F1810677-4354-4A7A-9FA1-0E932D1A8953}" srcId="{CA1B94B2-15F3-4D94-AEEA-60D568CA6698}" destId="{33C59349-03BF-432A-B5B4-F49FC9C27A6B}" srcOrd="3" destOrd="0" parTransId="{0D2D5267-2F1B-45FA-B9F0-12AE44BBC4CE}" sibTransId="{7461CCA0-2C6B-4FA4-A75F-74004921A1C6}"/>
    <dgm:cxn modelId="{1292FE84-9884-4F26-AA08-67FAEAE76A93}" type="presOf" srcId="{856A7D7E-BE96-4CA6-A64D-7B87C344C776}" destId="{4ADD0705-674E-45B6-A76F-DCDF3BAD33BD}" srcOrd="0" destOrd="0" presId="urn:microsoft.com/office/officeart/2016/7/layout/RepeatingBendingProcessNew"/>
    <dgm:cxn modelId="{E2A7B685-4536-4460-B07F-F7ACCA9EDE5F}" type="presOf" srcId="{B0AFFEDE-6DB7-455C-AF06-561CED0A895F}" destId="{830EA063-F03D-49B7-8F00-67AE496E14C6}" srcOrd="0" destOrd="0" presId="urn:microsoft.com/office/officeart/2016/7/layout/RepeatingBendingProcessNew"/>
    <dgm:cxn modelId="{CFDFBC92-D6E8-40B2-9568-EE2FEDAF33B9}" type="presOf" srcId="{0C6F262B-C8F2-44E0-9249-3BAC88C5F018}" destId="{F2FEB9D9-ACD5-4FFC-931E-607500E66B7D}" srcOrd="0" destOrd="0" presId="urn:microsoft.com/office/officeart/2016/7/layout/RepeatingBendingProcessNew"/>
    <dgm:cxn modelId="{6DF9A794-2D51-40A0-ABD8-7E733DE8B7DE}" type="presOf" srcId="{6557A69B-C3A5-47F7-94C6-E378137F47DB}" destId="{9124BC11-8DE0-4987-AF97-13F53FFB2EC8}" srcOrd="0" destOrd="0" presId="urn:microsoft.com/office/officeart/2016/7/layout/RepeatingBendingProcessNew"/>
    <dgm:cxn modelId="{AFF6EB99-9857-494F-835F-98361F6D4137}" type="presOf" srcId="{7461CCA0-2C6B-4FA4-A75F-74004921A1C6}" destId="{B5E25FF1-B679-4FAA-95BF-3997E0C44B97}" srcOrd="1" destOrd="0" presId="urn:microsoft.com/office/officeart/2016/7/layout/RepeatingBendingProcessNew"/>
    <dgm:cxn modelId="{051A189F-CCEB-4E87-B492-C2F647145E5D}" type="presOf" srcId="{CBDF9201-5925-426E-AAFD-B8763B983B65}" destId="{A1721D80-C213-40AC-828E-A96708E92203}" srcOrd="0" destOrd="0" presId="urn:microsoft.com/office/officeart/2016/7/layout/RepeatingBendingProcessNew"/>
    <dgm:cxn modelId="{462F8EA3-6B60-4B1E-9294-BBD6BCE86D2A}" srcId="{CA1B94B2-15F3-4D94-AEEA-60D568CA6698}" destId="{984ABF17-FBAF-428E-8AC9-2525DC23472A}" srcOrd="0" destOrd="0" parTransId="{09793A3A-79ED-4EB9-B1C2-213E551731CC}" sibTransId="{4CD350DF-F413-4198-952E-0E758FE0D40A}"/>
    <dgm:cxn modelId="{528BA2A3-7126-4A0E-BD57-25516C9900A9}" srcId="{CA1B94B2-15F3-4D94-AEEA-60D568CA6698}" destId="{6557A69B-C3A5-47F7-94C6-E378137F47DB}" srcOrd="2" destOrd="0" parTransId="{DD81ADF1-9AF6-4F14-A823-07449775F16E}" sibTransId="{EF2C9B29-B0C1-47DE-8F47-8A3A41670255}"/>
    <dgm:cxn modelId="{0C3731A5-D24E-4B94-943D-36EF49C31483}" type="presOf" srcId="{CA1B94B2-15F3-4D94-AEEA-60D568CA6698}" destId="{740AB82A-074B-42BE-955F-A4B3E9523434}" srcOrd="0" destOrd="0" presId="urn:microsoft.com/office/officeart/2016/7/layout/RepeatingBendingProcessNew"/>
    <dgm:cxn modelId="{00EEF3BD-AC71-4B1B-9FF4-9E92CBE8FB16}" type="presOf" srcId="{8D7E869F-DF28-4E2D-9075-D450E0DB12CF}" destId="{DD529B46-4E4D-487D-BA4C-0EC1CD696EE1}" srcOrd="0" destOrd="0" presId="urn:microsoft.com/office/officeart/2016/7/layout/RepeatingBendingProcessNew"/>
    <dgm:cxn modelId="{D322B3C6-05AB-48AA-93A7-F0F35BC3D640}" srcId="{CA1B94B2-15F3-4D94-AEEA-60D568CA6698}" destId="{856A7D7E-BE96-4CA6-A64D-7B87C344C776}" srcOrd="6" destOrd="0" parTransId="{752F23E2-D633-4503-B21D-59D85BEC29FE}" sibTransId="{49160C35-82D8-4934-8E38-9D76D426B5EB}"/>
    <dgm:cxn modelId="{DE102ACA-1EAE-4A81-926B-D850AA2A8D07}" type="presOf" srcId="{49160C35-82D8-4934-8E38-9D76D426B5EB}" destId="{9FB5B131-D266-4283-9212-F4A9540B91AD}" srcOrd="1" destOrd="0" presId="urn:microsoft.com/office/officeart/2016/7/layout/RepeatingBendingProcessNew"/>
    <dgm:cxn modelId="{45C30DDA-FE59-4D08-8672-3DAEBE5E7132}" type="presOf" srcId="{AFFD5AB6-2042-4B93-85DC-C86F8549708C}" destId="{48879BF6-3492-416A-AF99-BA2F96010E18}" srcOrd="0" destOrd="0" presId="urn:microsoft.com/office/officeart/2016/7/layout/RepeatingBendingProcessNew"/>
    <dgm:cxn modelId="{8ADCFCE5-C8A6-4490-974B-EEAADCD9066F}" type="presOf" srcId="{E1C53914-1B88-40CD-A29B-5EC83A2B6AA0}" destId="{9F6D72D0-E2CA-481E-B3FB-4B7507005355}" srcOrd="0" destOrd="0" presId="urn:microsoft.com/office/officeart/2016/7/layout/RepeatingBendingProcessNew"/>
    <dgm:cxn modelId="{AF8B15F3-C20C-4A97-8452-A12DC73EDA1D}" srcId="{CA1B94B2-15F3-4D94-AEEA-60D568CA6698}" destId="{CBDF9201-5925-426E-AAFD-B8763B983B65}" srcOrd="5" destOrd="0" parTransId="{416BE46E-4CF4-4465-B3B7-2B0241C2C7D8}" sibTransId="{0C6F262B-C8F2-44E0-9249-3BAC88C5F018}"/>
    <dgm:cxn modelId="{FE13D3F6-AEED-4227-9547-A3B42AF52D29}" type="presOf" srcId="{15817FEE-A793-48C5-981A-8AEF3E2C48AA}" destId="{29DE2C42-7452-47BE-B5BF-121D0028D065}" srcOrd="1" destOrd="0" presId="urn:microsoft.com/office/officeart/2016/7/layout/RepeatingBendingProcessNew"/>
    <dgm:cxn modelId="{F43D7589-D6A4-46E0-8316-F6D834290F83}" type="presParOf" srcId="{740AB82A-074B-42BE-955F-A4B3E9523434}" destId="{59ACBE1D-4460-4FCE-B313-98A0FCFB9453}" srcOrd="0" destOrd="0" presId="urn:microsoft.com/office/officeart/2016/7/layout/RepeatingBendingProcessNew"/>
    <dgm:cxn modelId="{B3DE8755-12B4-45C9-A308-87633E51DFD8}" type="presParOf" srcId="{740AB82A-074B-42BE-955F-A4B3E9523434}" destId="{50C96AF1-B06D-442C-A29E-84565C0151C5}" srcOrd="1" destOrd="0" presId="urn:microsoft.com/office/officeart/2016/7/layout/RepeatingBendingProcessNew"/>
    <dgm:cxn modelId="{626F04E3-6081-4814-972A-3C30954CEFCC}" type="presParOf" srcId="{50C96AF1-B06D-442C-A29E-84565C0151C5}" destId="{1BF0E793-CCBB-4979-866A-BA8CD8E25AA6}" srcOrd="0" destOrd="0" presId="urn:microsoft.com/office/officeart/2016/7/layout/RepeatingBendingProcessNew"/>
    <dgm:cxn modelId="{47871BF9-5ED5-4DA2-8D80-024100586942}" type="presParOf" srcId="{740AB82A-074B-42BE-955F-A4B3E9523434}" destId="{48879BF6-3492-416A-AF99-BA2F96010E18}" srcOrd="2" destOrd="0" presId="urn:microsoft.com/office/officeart/2016/7/layout/RepeatingBendingProcessNew"/>
    <dgm:cxn modelId="{F5C368CB-A4DD-4103-A684-0741652A1027}" type="presParOf" srcId="{740AB82A-074B-42BE-955F-A4B3E9523434}" destId="{5DD748D9-C2D4-4A1A-BD03-A34A4FD1D078}" srcOrd="3" destOrd="0" presId="urn:microsoft.com/office/officeart/2016/7/layout/RepeatingBendingProcessNew"/>
    <dgm:cxn modelId="{349ADAE1-73C7-451A-9C8A-A0D9DA8373AC}" type="presParOf" srcId="{5DD748D9-C2D4-4A1A-BD03-A34A4FD1D078}" destId="{D7FEDCA6-5FCA-4C10-A442-3F64AE7D8E6A}" srcOrd="0" destOrd="0" presId="urn:microsoft.com/office/officeart/2016/7/layout/RepeatingBendingProcessNew"/>
    <dgm:cxn modelId="{2878B4A9-AAC3-478A-BBB3-A3A2E5ECB7A8}" type="presParOf" srcId="{740AB82A-074B-42BE-955F-A4B3E9523434}" destId="{9124BC11-8DE0-4987-AF97-13F53FFB2EC8}" srcOrd="4" destOrd="0" presId="urn:microsoft.com/office/officeart/2016/7/layout/RepeatingBendingProcessNew"/>
    <dgm:cxn modelId="{C8648BA5-848F-422A-8CB4-917200CDD90B}" type="presParOf" srcId="{740AB82A-074B-42BE-955F-A4B3E9523434}" destId="{E60E0CB0-90FA-4585-AC38-936C55AB16CF}" srcOrd="5" destOrd="0" presId="urn:microsoft.com/office/officeart/2016/7/layout/RepeatingBendingProcessNew"/>
    <dgm:cxn modelId="{FB605C8D-0058-4D84-9694-E4D4B45CD5AC}" type="presParOf" srcId="{E60E0CB0-90FA-4585-AC38-936C55AB16CF}" destId="{72FBA9F9-4AB0-4AA2-813E-5BE7FE568E4A}" srcOrd="0" destOrd="0" presId="urn:microsoft.com/office/officeart/2016/7/layout/RepeatingBendingProcessNew"/>
    <dgm:cxn modelId="{92FE86E8-E8F4-4B5D-8529-168094BC6380}" type="presParOf" srcId="{740AB82A-074B-42BE-955F-A4B3E9523434}" destId="{06BA2210-42E4-4726-86B7-C5F1E3AB4FEF}" srcOrd="6" destOrd="0" presId="urn:microsoft.com/office/officeart/2016/7/layout/RepeatingBendingProcessNew"/>
    <dgm:cxn modelId="{84D7EC7D-8206-4682-9AD6-8DD25860B929}" type="presParOf" srcId="{740AB82A-074B-42BE-955F-A4B3E9523434}" destId="{78C3BE2A-1623-47E5-8B55-683E936300F6}" srcOrd="7" destOrd="0" presId="urn:microsoft.com/office/officeart/2016/7/layout/RepeatingBendingProcessNew"/>
    <dgm:cxn modelId="{42FF8A2D-E415-4324-9F9C-AE21C3D82B6A}" type="presParOf" srcId="{78C3BE2A-1623-47E5-8B55-683E936300F6}" destId="{B5E25FF1-B679-4FAA-95BF-3997E0C44B97}" srcOrd="0" destOrd="0" presId="urn:microsoft.com/office/officeart/2016/7/layout/RepeatingBendingProcessNew"/>
    <dgm:cxn modelId="{1CEE9E8F-D9CF-4C75-9D39-040BB30B8BC1}" type="presParOf" srcId="{740AB82A-074B-42BE-955F-A4B3E9523434}" destId="{08E21FAA-72E6-4CE3-BFAC-D01AB0382ECC}" srcOrd="8" destOrd="0" presId="urn:microsoft.com/office/officeart/2016/7/layout/RepeatingBendingProcessNew"/>
    <dgm:cxn modelId="{5AA62756-A99C-432D-90A2-6D8519A99985}" type="presParOf" srcId="{740AB82A-074B-42BE-955F-A4B3E9523434}" destId="{55B49E11-2CB2-4453-A848-13859C0BF482}" srcOrd="9" destOrd="0" presId="urn:microsoft.com/office/officeart/2016/7/layout/RepeatingBendingProcessNew"/>
    <dgm:cxn modelId="{B4111AC5-E006-4EB2-8029-46304D7F4071}" type="presParOf" srcId="{55B49E11-2CB2-4453-A848-13859C0BF482}" destId="{11D7FA12-77EC-4CCF-9AF1-4D1F5133F29E}" srcOrd="0" destOrd="0" presId="urn:microsoft.com/office/officeart/2016/7/layout/RepeatingBendingProcessNew"/>
    <dgm:cxn modelId="{95827FEF-C161-426B-96E0-BB610ECA7077}" type="presParOf" srcId="{740AB82A-074B-42BE-955F-A4B3E9523434}" destId="{A1721D80-C213-40AC-828E-A96708E92203}" srcOrd="10" destOrd="0" presId="urn:microsoft.com/office/officeart/2016/7/layout/RepeatingBendingProcessNew"/>
    <dgm:cxn modelId="{7D68C691-35CB-436A-954D-AE1975FEC077}" type="presParOf" srcId="{740AB82A-074B-42BE-955F-A4B3E9523434}" destId="{F2FEB9D9-ACD5-4FFC-931E-607500E66B7D}" srcOrd="11" destOrd="0" presId="urn:microsoft.com/office/officeart/2016/7/layout/RepeatingBendingProcessNew"/>
    <dgm:cxn modelId="{F118476C-AA3E-4ADA-A668-9F0A4F661680}" type="presParOf" srcId="{F2FEB9D9-ACD5-4FFC-931E-607500E66B7D}" destId="{F8BBFAC8-1944-4404-AD92-005B0EBAFDFB}" srcOrd="0" destOrd="0" presId="urn:microsoft.com/office/officeart/2016/7/layout/RepeatingBendingProcessNew"/>
    <dgm:cxn modelId="{9D4F8EAD-4128-4780-A27F-06111846D82B}" type="presParOf" srcId="{740AB82A-074B-42BE-955F-A4B3E9523434}" destId="{4ADD0705-674E-45B6-A76F-DCDF3BAD33BD}" srcOrd="12" destOrd="0" presId="urn:microsoft.com/office/officeart/2016/7/layout/RepeatingBendingProcessNew"/>
    <dgm:cxn modelId="{55F0019E-ABFE-4CAD-A4E4-FFCA70066B2C}" type="presParOf" srcId="{740AB82A-074B-42BE-955F-A4B3E9523434}" destId="{59156331-E6D2-4D6A-AF54-2C020B8DBEBD}" srcOrd="13" destOrd="0" presId="urn:microsoft.com/office/officeart/2016/7/layout/RepeatingBendingProcessNew"/>
    <dgm:cxn modelId="{84E4E217-1EEE-4CDB-8C85-F60D434C4B45}" type="presParOf" srcId="{59156331-E6D2-4D6A-AF54-2C020B8DBEBD}" destId="{9FB5B131-D266-4283-9212-F4A9540B91AD}" srcOrd="0" destOrd="0" presId="urn:microsoft.com/office/officeart/2016/7/layout/RepeatingBendingProcessNew"/>
    <dgm:cxn modelId="{EF1FF0A3-2DDD-48F1-A746-23D51227678F}" type="presParOf" srcId="{740AB82A-074B-42BE-955F-A4B3E9523434}" destId="{9F6D72D0-E2CA-481E-B3FB-4B7507005355}" srcOrd="14" destOrd="0" presId="urn:microsoft.com/office/officeart/2016/7/layout/RepeatingBendingProcessNew"/>
    <dgm:cxn modelId="{5ECBF591-4B80-48AE-8589-33A972792D99}" type="presParOf" srcId="{740AB82A-074B-42BE-955F-A4B3E9523434}" destId="{FFA0422E-8A32-4B9F-9325-770C59AD7EE1}" srcOrd="15" destOrd="0" presId="urn:microsoft.com/office/officeart/2016/7/layout/RepeatingBendingProcessNew"/>
    <dgm:cxn modelId="{B4AB9DD7-D6B1-47C7-8C3C-6AFB9A8C4C8A}" type="presParOf" srcId="{FFA0422E-8A32-4B9F-9325-770C59AD7EE1}" destId="{29DE2C42-7452-47BE-B5BF-121D0028D065}" srcOrd="0" destOrd="0" presId="urn:microsoft.com/office/officeart/2016/7/layout/RepeatingBendingProcessNew"/>
    <dgm:cxn modelId="{020812E9-8953-4CCE-BDEA-E590535DB7FA}" type="presParOf" srcId="{740AB82A-074B-42BE-955F-A4B3E9523434}" destId="{830EA063-F03D-49B7-8F00-67AE496E14C6}" srcOrd="16" destOrd="0" presId="urn:microsoft.com/office/officeart/2016/7/layout/RepeatingBendingProcessNew"/>
    <dgm:cxn modelId="{762641F8-DC06-43CB-BA28-254FBA376700}" type="presParOf" srcId="{740AB82A-074B-42BE-955F-A4B3E9523434}" destId="{9E988583-C029-46B3-ABB2-9535117C889C}" srcOrd="17" destOrd="0" presId="urn:microsoft.com/office/officeart/2016/7/layout/RepeatingBendingProcessNew"/>
    <dgm:cxn modelId="{8D0F8DAC-1047-4E71-B336-7F9E17632C41}" type="presParOf" srcId="{9E988583-C029-46B3-ABB2-9535117C889C}" destId="{2A9B627A-C3F6-4858-AAC0-6488853CD3A2}" srcOrd="0" destOrd="0" presId="urn:microsoft.com/office/officeart/2016/7/layout/RepeatingBendingProcessNew"/>
    <dgm:cxn modelId="{D0BE680F-D6AE-4E93-8322-A1B91061C004}" type="presParOf" srcId="{740AB82A-074B-42BE-955F-A4B3E9523434}" destId="{DD529B46-4E4D-487D-BA4C-0EC1CD696EE1}" srcOrd="18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794AC9D-416A-4AD6-81B7-C8807D0B183C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2C80C83-EACA-41A9-9758-65ECB947739A}">
      <dgm:prSet/>
      <dgm:spPr/>
      <dgm:t>
        <a:bodyPr/>
        <a:lstStyle/>
        <a:p>
          <a:r>
            <a:rPr lang="en-US" b="1"/>
            <a:t>Advertisement Strategy</a:t>
          </a:r>
          <a:endParaRPr lang="en-US"/>
        </a:p>
      </dgm:t>
    </dgm:pt>
    <dgm:pt modelId="{AD610328-5DAD-4202-8C48-73AF1B5F05EC}" type="parTrans" cxnId="{6EC8D42E-1F2B-4F7E-85D4-3D54E04DE9FB}">
      <dgm:prSet/>
      <dgm:spPr/>
      <dgm:t>
        <a:bodyPr/>
        <a:lstStyle/>
        <a:p>
          <a:endParaRPr lang="en-US"/>
        </a:p>
      </dgm:t>
    </dgm:pt>
    <dgm:pt modelId="{D00F652A-9052-4572-B43F-64008990CC64}" type="sibTrans" cxnId="{6EC8D42E-1F2B-4F7E-85D4-3D54E04DE9FB}">
      <dgm:prSet/>
      <dgm:spPr/>
      <dgm:t>
        <a:bodyPr/>
        <a:lstStyle/>
        <a:p>
          <a:endParaRPr lang="en-US"/>
        </a:p>
      </dgm:t>
    </dgm:pt>
    <dgm:pt modelId="{A638120C-1AD6-441E-BF02-EAA7BFBA0365}">
      <dgm:prSet/>
      <dgm:spPr/>
      <dgm:t>
        <a:bodyPr/>
        <a:lstStyle/>
        <a:p>
          <a:r>
            <a:rPr lang="en-US"/>
            <a:t>Run Instagram and Facebook ads.</a:t>
          </a:r>
        </a:p>
      </dgm:t>
    </dgm:pt>
    <dgm:pt modelId="{C31DEEC9-652A-4113-B9B8-202896686B11}" type="parTrans" cxnId="{53A86619-ED62-4553-BAA7-01396D120E3B}">
      <dgm:prSet/>
      <dgm:spPr/>
      <dgm:t>
        <a:bodyPr/>
        <a:lstStyle/>
        <a:p>
          <a:endParaRPr lang="en-US"/>
        </a:p>
      </dgm:t>
    </dgm:pt>
    <dgm:pt modelId="{16B3A81D-C91B-49AE-A4E3-D358E4F2BF4A}" type="sibTrans" cxnId="{53A86619-ED62-4553-BAA7-01396D120E3B}">
      <dgm:prSet/>
      <dgm:spPr/>
      <dgm:t>
        <a:bodyPr/>
        <a:lstStyle/>
        <a:p>
          <a:endParaRPr lang="en-US"/>
        </a:p>
      </dgm:t>
    </dgm:pt>
    <dgm:pt modelId="{5F335BE4-A287-4643-976B-B2A81EA1A881}">
      <dgm:prSet/>
      <dgm:spPr/>
      <dgm:t>
        <a:bodyPr/>
        <a:lstStyle/>
        <a:p>
          <a:r>
            <a:rPr lang="en-US"/>
            <a:t>Use food-related videos and attractive visuals.</a:t>
          </a:r>
        </a:p>
      </dgm:t>
    </dgm:pt>
    <dgm:pt modelId="{1F3052BF-BD2A-418F-AEE3-8E43C22B7275}" type="parTrans" cxnId="{7DA156E5-68C2-4F1E-ADDC-25C5AE6F0470}">
      <dgm:prSet/>
      <dgm:spPr/>
      <dgm:t>
        <a:bodyPr/>
        <a:lstStyle/>
        <a:p>
          <a:endParaRPr lang="en-US"/>
        </a:p>
      </dgm:t>
    </dgm:pt>
    <dgm:pt modelId="{431F1398-FF35-4CB6-82C5-E8F328C05231}" type="sibTrans" cxnId="{7DA156E5-68C2-4F1E-ADDC-25C5AE6F0470}">
      <dgm:prSet/>
      <dgm:spPr/>
      <dgm:t>
        <a:bodyPr/>
        <a:lstStyle/>
        <a:p>
          <a:endParaRPr lang="en-US"/>
        </a:p>
      </dgm:t>
    </dgm:pt>
    <dgm:pt modelId="{A47F67AB-6DC3-46C1-B41B-23637229F252}">
      <dgm:prSet/>
      <dgm:spPr/>
      <dgm:t>
        <a:bodyPr/>
        <a:lstStyle/>
        <a:p>
          <a:r>
            <a:rPr lang="en-US"/>
            <a:t>Promote discounts and special offers.</a:t>
          </a:r>
        </a:p>
      </dgm:t>
    </dgm:pt>
    <dgm:pt modelId="{7C7A808E-4F93-4EA1-8246-40786DCB3C60}" type="parTrans" cxnId="{4DB0EB82-6CDD-490F-A9B1-0FC68B31F4BC}">
      <dgm:prSet/>
      <dgm:spPr/>
      <dgm:t>
        <a:bodyPr/>
        <a:lstStyle/>
        <a:p>
          <a:endParaRPr lang="en-US"/>
        </a:p>
      </dgm:t>
    </dgm:pt>
    <dgm:pt modelId="{C41D9E1D-B64D-4DC4-9E22-405DC6E46389}" type="sibTrans" cxnId="{4DB0EB82-6CDD-490F-A9B1-0FC68B31F4BC}">
      <dgm:prSet/>
      <dgm:spPr/>
      <dgm:t>
        <a:bodyPr/>
        <a:lstStyle/>
        <a:p>
          <a:endParaRPr lang="en-US"/>
        </a:p>
      </dgm:t>
    </dgm:pt>
    <dgm:pt modelId="{7F79AA78-2ADD-4743-9645-83E28FF41B3E}">
      <dgm:prSet/>
      <dgm:spPr/>
      <dgm:t>
        <a:bodyPr/>
        <a:lstStyle/>
        <a:p>
          <a:r>
            <a:rPr lang="en-US"/>
            <a:t>Collaborate with food influencers.</a:t>
          </a:r>
        </a:p>
      </dgm:t>
    </dgm:pt>
    <dgm:pt modelId="{A098100D-EB80-44DD-B545-05A03871957D}" type="parTrans" cxnId="{508CE4E1-83C5-4340-A9C1-63042992B4E8}">
      <dgm:prSet/>
      <dgm:spPr/>
      <dgm:t>
        <a:bodyPr/>
        <a:lstStyle/>
        <a:p>
          <a:endParaRPr lang="en-US"/>
        </a:p>
      </dgm:t>
    </dgm:pt>
    <dgm:pt modelId="{AC62AA3C-7210-4F4E-80EF-A2FCABDF9713}" type="sibTrans" cxnId="{508CE4E1-83C5-4340-A9C1-63042992B4E8}">
      <dgm:prSet/>
      <dgm:spPr/>
      <dgm:t>
        <a:bodyPr/>
        <a:lstStyle/>
        <a:p>
          <a:endParaRPr lang="en-US"/>
        </a:p>
      </dgm:t>
    </dgm:pt>
    <dgm:pt modelId="{797B4356-CE29-4E2C-A735-D7C28E55966D}">
      <dgm:prSet/>
      <dgm:spPr/>
      <dgm:t>
        <a:bodyPr/>
        <a:lstStyle/>
        <a:p>
          <a:r>
            <a:rPr lang="en-US"/>
            <a:t>Target users based on location and interests.</a:t>
          </a:r>
        </a:p>
      </dgm:t>
    </dgm:pt>
    <dgm:pt modelId="{B9332F8D-C039-4B45-B52C-B8A98DEA98B1}" type="parTrans" cxnId="{A31E7A95-D984-46A5-9446-7FF58CD3E02A}">
      <dgm:prSet/>
      <dgm:spPr/>
      <dgm:t>
        <a:bodyPr/>
        <a:lstStyle/>
        <a:p>
          <a:endParaRPr lang="en-US"/>
        </a:p>
      </dgm:t>
    </dgm:pt>
    <dgm:pt modelId="{4DB5A997-15ED-4D60-9E69-A66F835A148B}" type="sibTrans" cxnId="{A31E7A95-D984-46A5-9446-7FF58CD3E02A}">
      <dgm:prSet/>
      <dgm:spPr/>
      <dgm:t>
        <a:bodyPr/>
        <a:lstStyle/>
        <a:p>
          <a:endParaRPr lang="en-US"/>
        </a:p>
      </dgm:t>
    </dgm:pt>
    <dgm:pt modelId="{4ACF99A9-A497-492F-8173-A67D9523627F}" type="pres">
      <dgm:prSet presAssocID="{5794AC9D-416A-4AD6-81B7-C8807D0B183C}" presName="root" presStyleCnt="0">
        <dgm:presLayoutVars>
          <dgm:dir/>
          <dgm:resizeHandles val="exact"/>
        </dgm:presLayoutVars>
      </dgm:prSet>
      <dgm:spPr/>
    </dgm:pt>
    <dgm:pt modelId="{617BB4F0-7205-4168-856C-B0809705BCBE}" type="pres">
      <dgm:prSet presAssocID="{32C80C83-EACA-41A9-9758-65ECB947739A}" presName="compNode" presStyleCnt="0"/>
      <dgm:spPr/>
    </dgm:pt>
    <dgm:pt modelId="{8390D1F4-CB7F-4A37-AC82-3CD056EBDDEC}" type="pres">
      <dgm:prSet presAssocID="{32C80C83-EACA-41A9-9758-65ECB947739A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82F7F816-3365-4FC1-9D16-B9C3566D780A}" type="pres">
      <dgm:prSet presAssocID="{32C80C83-EACA-41A9-9758-65ECB947739A}" presName="spaceRect" presStyleCnt="0"/>
      <dgm:spPr/>
    </dgm:pt>
    <dgm:pt modelId="{E3719282-D71E-4B45-A751-9B821B5C8510}" type="pres">
      <dgm:prSet presAssocID="{32C80C83-EACA-41A9-9758-65ECB947739A}" presName="textRect" presStyleLbl="revTx" presStyleIdx="0" presStyleCnt="6">
        <dgm:presLayoutVars>
          <dgm:chMax val="1"/>
          <dgm:chPref val="1"/>
        </dgm:presLayoutVars>
      </dgm:prSet>
      <dgm:spPr/>
    </dgm:pt>
    <dgm:pt modelId="{22E31315-2A34-4FCF-8C4D-B5515673177E}" type="pres">
      <dgm:prSet presAssocID="{D00F652A-9052-4572-B43F-64008990CC64}" presName="sibTrans" presStyleCnt="0"/>
      <dgm:spPr/>
    </dgm:pt>
    <dgm:pt modelId="{4C4F9EED-125B-4F6E-BCA9-CCAA18A8FFD1}" type="pres">
      <dgm:prSet presAssocID="{A638120C-1AD6-441E-BF02-EAA7BFBA0365}" presName="compNode" presStyleCnt="0"/>
      <dgm:spPr/>
    </dgm:pt>
    <dgm:pt modelId="{CF08DFA5-C78F-4016-B5F9-DCCBF02A2A3F}" type="pres">
      <dgm:prSet presAssocID="{A638120C-1AD6-441E-BF02-EAA7BFBA0365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y"/>
        </a:ext>
      </dgm:extLst>
    </dgm:pt>
    <dgm:pt modelId="{5DCFAF6C-121A-4784-A355-FC68520D1956}" type="pres">
      <dgm:prSet presAssocID="{A638120C-1AD6-441E-BF02-EAA7BFBA0365}" presName="spaceRect" presStyleCnt="0"/>
      <dgm:spPr/>
    </dgm:pt>
    <dgm:pt modelId="{8137DB3E-585B-46DE-A54B-9F5C7C21710C}" type="pres">
      <dgm:prSet presAssocID="{A638120C-1AD6-441E-BF02-EAA7BFBA0365}" presName="textRect" presStyleLbl="revTx" presStyleIdx="1" presStyleCnt="6">
        <dgm:presLayoutVars>
          <dgm:chMax val="1"/>
          <dgm:chPref val="1"/>
        </dgm:presLayoutVars>
      </dgm:prSet>
      <dgm:spPr/>
    </dgm:pt>
    <dgm:pt modelId="{C25A9F89-187A-4F3E-8B5D-99BBDB7AE9B9}" type="pres">
      <dgm:prSet presAssocID="{16B3A81D-C91B-49AE-A4E3-D358E4F2BF4A}" presName="sibTrans" presStyleCnt="0"/>
      <dgm:spPr/>
    </dgm:pt>
    <dgm:pt modelId="{9004CB3D-554C-4F94-BFA4-48281183D158}" type="pres">
      <dgm:prSet presAssocID="{5F335BE4-A287-4643-976B-B2A81EA1A881}" presName="compNode" presStyleCnt="0"/>
      <dgm:spPr/>
    </dgm:pt>
    <dgm:pt modelId="{ABB8E6EA-98BA-4671-BAD7-01AF49691B31}" type="pres">
      <dgm:prSet presAssocID="{5F335BE4-A287-4643-976B-B2A81EA1A881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ideo camera"/>
        </a:ext>
      </dgm:extLst>
    </dgm:pt>
    <dgm:pt modelId="{DF3CC596-19D6-42ED-B44B-A3F5B2F2268A}" type="pres">
      <dgm:prSet presAssocID="{5F335BE4-A287-4643-976B-B2A81EA1A881}" presName="spaceRect" presStyleCnt="0"/>
      <dgm:spPr/>
    </dgm:pt>
    <dgm:pt modelId="{25E37C67-8F62-4EFC-B175-596F96D68AEC}" type="pres">
      <dgm:prSet presAssocID="{5F335BE4-A287-4643-976B-B2A81EA1A881}" presName="textRect" presStyleLbl="revTx" presStyleIdx="2" presStyleCnt="6">
        <dgm:presLayoutVars>
          <dgm:chMax val="1"/>
          <dgm:chPref val="1"/>
        </dgm:presLayoutVars>
      </dgm:prSet>
      <dgm:spPr/>
    </dgm:pt>
    <dgm:pt modelId="{3CAB09BE-8E54-49A2-94B5-E7507F5718EA}" type="pres">
      <dgm:prSet presAssocID="{431F1398-FF35-4CB6-82C5-E8F328C05231}" presName="sibTrans" presStyleCnt="0"/>
      <dgm:spPr/>
    </dgm:pt>
    <dgm:pt modelId="{2F74E02F-A4CC-445C-B8DA-5B349D1085FC}" type="pres">
      <dgm:prSet presAssocID="{A47F67AB-6DC3-46C1-B41B-23637229F252}" presName="compNode" presStyleCnt="0"/>
      <dgm:spPr/>
    </dgm:pt>
    <dgm:pt modelId="{F8F444F6-F4E5-49F0-ADAE-992A60DD6A79}" type="pres">
      <dgm:prSet presAssocID="{A47F67AB-6DC3-46C1-B41B-23637229F252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g"/>
        </a:ext>
      </dgm:extLst>
    </dgm:pt>
    <dgm:pt modelId="{A21FC133-2FC3-4658-BA3D-9D739FABDE8A}" type="pres">
      <dgm:prSet presAssocID="{A47F67AB-6DC3-46C1-B41B-23637229F252}" presName="spaceRect" presStyleCnt="0"/>
      <dgm:spPr/>
    </dgm:pt>
    <dgm:pt modelId="{9847B26F-1672-4B6E-AD23-8294AEA814F4}" type="pres">
      <dgm:prSet presAssocID="{A47F67AB-6DC3-46C1-B41B-23637229F252}" presName="textRect" presStyleLbl="revTx" presStyleIdx="3" presStyleCnt="6">
        <dgm:presLayoutVars>
          <dgm:chMax val="1"/>
          <dgm:chPref val="1"/>
        </dgm:presLayoutVars>
      </dgm:prSet>
      <dgm:spPr/>
    </dgm:pt>
    <dgm:pt modelId="{AC7583E6-2047-472F-BEB1-ED28CE69EA3F}" type="pres">
      <dgm:prSet presAssocID="{C41D9E1D-B64D-4DC4-9E22-405DC6E46389}" presName="sibTrans" presStyleCnt="0"/>
      <dgm:spPr/>
    </dgm:pt>
    <dgm:pt modelId="{CC6E9AC9-B6E8-4756-98C7-512FC5CD9938}" type="pres">
      <dgm:prSet presAssocID="{7F79AA78-2ADD-4743-9645-83E28FF41B3E}" presName="compNode" presStyleCnt="0"/>
      <dgm:spPr/>
    </dgm:pt>
    <dgm:pt modelId="{5B6628C8-AECE-461E-8AA7-D2EBA2008A71}" type="pres">
      <dgm:prSet presAssocID="{7F79AA78-2ADD-4743-9645-83E28FF41B3E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ocial Network"/>
        </a:ext>
      </dgm:extLst>
    </dgm:pt>
    <dgm:pt modelId="{6409297A-13FF-4457-A30A-BB88CF05FA6C}" type="pres">
      <dgm:prSet presAssocID="{7F79AA78-2ADD-4743-9645-83E28FF41B3E}" presName="spaceRect" presStyleCnt="0"/>
      <dgm:spPr/>
    </dgm:pt>
    <dgm:pt modelId="{97D067B7-73D1-4998-ADF5-23589A34FCF0}" type="pres">
      <dgm:prSet presAssocID="{7F79AA78-2ADD-4743-9645-83E28FF41B3E}" presName="textRect" presStyleLbl="revTx" presStyleIdx="4" presStyleCnt="6">
        <dgm:presLayoutVars>
          <dgm:chMax val="1"/>
          <dgm:chPref val="1"/>
        </dgm:presLayoutVars>
      </dgm:prSet>
      <dgm:spPr/>
    </dgm:pt>
    <dgm:pt modelId="{E0DC3714-D7FE-4152-B099-53F39F904BBB}" type="pres">
      <dgm:prSet presAssocID="{AC62AA3C-7210-4F4E-80EF-A2FCABDF9713}" presName="sibTrans" presStyleCnt="0"/>
      <dgm:spPr/>
    </dgm:pt>
    <dgm:pt modelId="{8A36B13A-2A09-4588-8065-BFF2EFE859B6}" type="pres">
      <dgm:prSet presAssocID="{797B4356-CE29-4E2C-A735-D7C28E55966D}" presName="compNode" presStyleCnt="0"/>
      <dgm:spPr/>
    </dgm:pt>
    <dgm:pt modelId="{78EE8221-7E44-428E-88F0-EC5A711E1FF6}" type="pres">
      <dgm:prSet presAssocID="{797B4356-CE29-4E2C-A735-D7C28E55966D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fe ring"/>
        </a:ext>
      </dgm:extLst>
    </dgm:pt>
    <dgm:pt modelId="{57A5331C-FC69-48D3-8033-BF0E4426BEBD}" type="pres">
      <dgm:prSet presAssocID="{797B4356-CE29-4E2C-A735-D7C28E55966D}" presName="spaceRect" presStyleCnt="0"/>
      <dgm:spPr/>
    </dgm:pt>
    <dgm:pt modelId="{D8CB5E24-C076-4B0C-83DF-E0C488C70273}" type="pres">
      <dgm:prSet presAssocID="{797B4356-CE29-4E2C-A735-D7C28E55966D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53A86619-ED62-4553-BAA7-01396D120E3B}" srcId="{5794AC9D-416A-4AD6-81B7-C8807D0B183C}" destId="{A638120C-1AD6-441E-BF02-EAA7BFBA0365}" srcOrd="1" destOrd="0" parTransId="{C31DEEC9-652A-4113-B9B8-202896686B11}" sibTransId="{16B3A81D-C91B-49AE-A4E3-D358E4F2BF4A}"/>
    <dgm:cxn modelId="{24934F2B-6B4C-432F-8FE3-ECFE960D27C7}" type="presOf" srcId="{A638120C-1AD6-441E-BF02-EAA7BFBA0365}" destId="{8137DB3E-585B-46DE-A54B-9F5C7C21710C}" srcOrd="0" destOrd="0" presId="urn:microsoft.com/office/officeart/2018/2/layout/IconLabelList"/>
    <dgm:cxn modelId="{6EC8D42E-1F2B-4F7E-85D4-3D54E04DE9FB}" srcId="{5794AC9D-416A-4AD6-81B7-C8807D0B183C}" destId="{32C80C83-EACA-41A9-9758-65ECB947739A}" srcOrd="0" destOrd="0" parTransId="{AD610328-5DAD-4202-8C48-73AF1B5F05EC}" sibTransId="{D00F652A-9052-4572-B43F-64008990CC64}"/>
    <dgm:cxn modelId="{57F59137-2FFC-4F94-9BF5-79F3197DF338}" type="presOf" srcId="{32C80C83-EACA-41A9-9758-65ECB947739A}" destId="{E3719282-D71E-4B45-A751-9B821B5C8510}" srcOrd="0" destOrd="0" presId="urn:microsoft.com/office/officeart/2018/2/layout/IconLabelList"/>
    <dgm:cxn modelId="{77D64269-F14F-426D-9E42-304BD51BDF14}" type="presOf" srcId="{7F79AA78-2ADD-4743-9645-83E28FF41B3E}" destId="{97D067B7-73D1-4998-ADF5-23589A34FCF0}" srcOrd="0" destOrd="0" presId="urn:microsoft.com/office/officeart/2018/2/layout/IconLabelList"/>
    <dgm:cxn modelId="{2A30D16C-72B9-4345-8826-505C06EA4A95}" type="presOf" srcId="{5794AC9D-416A-4AD6-81B7-C8807D0B183C}" destId="{4ACF99A9-A497-492F-8173-A67D9523627F}" srcOrd="0" destOrd="0" presId="urn:microsoft.com/office/officeart/2018/2/layout/IconLabelList"/>
    <dgm:cxn modelId="{4DB0EB82-6CDD-490F-A9B1-0FC68B31F4BC}" srcId="{5794AC9D-416A-4AD6-81B7-C8807D0B183C}" destId="{A47F67AB-6DC3-46C1-B41B-23637229F252}" srcOrd="3" destOrd="0" parTransId="{7C7A808E-4F93-4EA1-8246-40786DCB3C60}" sibTransId="{C41D9E1D-B64D-4DC4-9E22-405DC6E46389}"/>
    <dgm:cxn modelId="{A31E7A95-D984-46A5-9446-7FF58CD3E02A}" srcId="{5794AC9D-416A-4AD6-81B7-C8807D0B183C}" destId="{797B4356-CE29-4E2C-A735-D7C28E55966D}" srcOrd="5" destOrd="0" parTransId="{B9332F8D-C039-4B45-B52C-B8A98DEA98B1}" sibTransId="{4DB5A997-15ED-4D60-9E69-A66F835A148B}"/>
    <dgm:cxn modelId="{4CE67AC8-C060-44D8-9B58-2E12991E85AA}" type="presOf" srcId="{797B4356-CE29-4E2C-A735-D7C28E55966D}" destId="{D8CB5E24-C076-4B0C-83DF-E0C488C70273}" srcOrd="0" destOrd="0" presId="urn:microsoft.com/office/officeart/2018/2/layout/IconLabelList"/>
    <dgm:cxn modelId="{508CE4E1-83C5-4340-A9C1-63042992B4E8}" srcId="{5794AC9D-416A-4AD6-81B7-C8807D0B183C}" destId="{7F79AA78-2ADD-4743-9645-83E28FF41B3E}" srcOrd="4" destOrd="0" parTransId="{A098100D-EB80-44DD-B545-05A03871957D}" sibTransId="{AC62AA3C-7210-4F4E-80EF-A2FCABDF9713}"/>
    <dgm:cxn modelId="{7DA156E5-68C2-4F1E-ADDC-25C5AE6F0470}" srcId="{5794AC9D-416A-4AD6-81B7-C8807D0B183C}" destId="{5F335BE4-A287-4643-976B-B2A81EA1A881}" srcOrd="2" destOrd="0" parTransId="{1F3052BF-BD2A-418F-AEE3-8E43C22B7275}" sibTransId="{431F1398-FF35-4CB6-82C5-E8F328C05231}"/>
    <dgm:cxn modelId="{7CD1F5EE-90BC-40A2-9AB9-C4C3EEE05319}" type="presOf" srcId="{A47F67AB-6DC3-46C1-B41B-23637229F252}" destId="{9847B26F-1672-4B6E-AD23-8294AEA814F4}" srcOrd="0" destOrd="0" presId="urn:microsoft.com/office/officeart/2018/2/layout/IconLabelList"/>
    <dgm:cxn modelId="{D217B4EF-1820-4DCF-8C78-2789374A5AE1}" type="presOf" srcId="{5F335BE4-A287-4643-976B-B2A81EA1A881}" destId="{25E37C67-8F62-4EFC-B175-596F96D68AEC}" srcOrd="0" destOrd="0" presId="urn:microsoft.com/office/officeart/2018/2/layout/IconLabelList"/>
    <dgm:cxn modelId="{65F8B7B5-C11C-48E0-996A-DD40FC8E67F7}" type="presParOf" srcId="{4ACF99A9-A497-492F-8173-A67D9523627F}" destId="{617BB4F0-7205-4168-856C-B0809705BCBE}" srcOrd="0" destOrd="0" presId="urn:microsoft.com/office/officeart/2018/2/layout/IconLabelList"/>
    <dgm:cxn modelId="{B84018CA-C9F4-4207-87C3-4E03BBB1528A}" type="presParOf" srcId="{617BB4F0-7205-4168-856C-B0809705BCBE}" destId="{8390D1F4-CB7F-4A37-AC82-3CD056EBDDEC}" srcOrd="0" destOrd="0" presId="urn:microsoft.com/office/officeart/2018/2/layout/IconLabelList"/>
    <dgm:cxn modelId="{A68EDE38-B307-46AF-BE98-2CEAAD3D3336}" type="presParOf" srcId="{617BB4F0-7205-4168-856C-B0809705BCBE}" destId="{82F7F816-3365-4FC1-9D16-B9C3566D780A}" srcOrd="1" destOrd="0" presId="urn:microsoft.com/office/officeart/2018/2/layout/IconLabelList"/>
    <dgm:cxn modelId="{27AA350A-6BBC-4638-8417-CE593A31314A}" type="presParOf" srcId="{617BB4F0-7205-4168-856C-B0809705BCBE}" destId="{E3719282-D71E-4B45-A751-9B821B5C8510}" srcOrd="2" destOrd="0" presId="urn:microsoft.com/office/officeart/2018/2/layout/IconLabelList"/>
    <dgm:cxn modelId="{391F202C-FD08-4E4A-8D73-D871792CF733}" type="presParOf" srcId="{4ACF99A9-A497-492F-8173-A67D9523627F}" destId="{22E31315-2A34-4FCF-8C4D-B5515673177E}" srcOrd="1" destOrd="0" presId="urn:microsoft.com/office/officeart/2018/2/layout/IconLabelList"/>
    <dgm:cxn modelId="{DA4EFCAC-10CF-40BA-9BCB-612A9856E99C}" type="presParOf" srcId="{4ACF99A9-A497-492F-8173-A67D9523627F}" destId="{4C4F9EED-125B-4F6E-BCA9-CCAA18A8FFD1}" srcOrd="2" destOrd="0" presId="urn:microsoft.com/office/officeart/2018/2/layout/IconLabelList"/>
    <dgm:cxn modelId="{41028352-7651-4A8F-A728-2C911E47B912}" type="presParOf" srcId="{4C4F9EED-125B-4F6E-BCA9-CCAA18A8FFD1}" destId="{CF08DFA5-C78F-4016-B5F9-DCCBF02A2A3F}" srcOrd="0" destOrd="0" presId="urn:microsoft.com/office/officeart/2018/2/layout/IconLabelList"/>
    <dgm:cxn modelId="{F9B208D0-3591-47B2-9F28-2708DC1E67DE}" type="presParOf" srcId="{4C4F9EED-125B-4F6E-BCA9-CCAA18A8FFD1}" destId="{5DCFAF6C-121A-4784-A355-FC68520D1956}" srcOrd="1" destOrd="0" presId="urn:microsoft.com/office/officeart/2018/2/layout/IconLabelList"/>
    <dgm:cxn modelId="{C591E77D-8B0E-4D19-A897-697A887E3E9D}" type="presParOf" srcId="{4C4F9EED-125B-4F6E-BCA9-CCAA18A8FFD1}" destId="{8137DB3E-585B-46DE-A54B-9F5C7C21710C}" srcOrd="2" destOrd="0" presId="urn:microsoft.com/office/officeart/2018/2/layout/IconLabelList"/>
    <dgm:cxn modelId="{265BE82C-9234-4B2A-B479-DF2ADAA87198}" type="presParOf" srcId="{4ACF99A9-A497-492F-8173-A67D9523627F}" destId="{C25A9F89-187A-4F3E-8B5D-99BBDB7AE9B9}" srcOrd="3" destOrd="0" presId="urn:microsoft.com/office/officeart/2018/2/layout/IconLabelList"/>
    <dgm:cxn modelId="{BE19FC2B-C8C8-4105-BEE1-7B88360570AB}" type="presParOf" srcId="{4ACF99A9-A497-492F-8173-A67D9523627F}" destId="{9004CB3D-554C-4F94-BFA4-48281183D158}" srcOrd="4" destOrd="0" presId="urn:microsoft.com/office/officeart/2018/2/layout/IconLabelList"/>
    <dgm:cxn modelId="{29920343-6FEC-410A-B41F-96C0A28F14FF}" type="presParOf" srcId="{9004CB3D-554C-4F94-BFA4-48281183D158}" destId="{ABB8E6EA-98BA-4671-BAD7-01AF49691B31}" srcOrd="0" destOrd="0" presId="urn:microsoft.com/office/officeart/2018/2/layout/IconLabelList"/>
    <dgm:cxn modelId="{F39533FB-8B9C-43B7-9C82-4B8DA43822B2}" type="presParOf" srcId="{9004CB3D-554C-4F94-BFA4-48281183D158}" destId="{DF3CC596-19D6-42ED-B44B-A3F5B2F2268A}" srcOrd="1" destOrd="0" presId="urn:microsoft.com/office/officeart/2018/2/layout/IconLabelList"/>
    <dgm:cxn modelId="{49E345A0-C729-4DCF-81F2-FA8251030FFB}" type="presParOf" srcId="{9004CB3D-554C-4F94-BFA4-48281183D158}" destId="{25E37C67-8F62-4EFC-B175-596F96D68AEC}" srcOrd="2" destOrd="0" presId="urn:microsoft.com/office/officeart/2018/2/layout/IconLabelList"/>
    <dgm:cxn modelId="{65F07F3E-205A-4577-A53B-937E8C67340E}" type="presParOf" srcId="{4ACF99A9-A497-492F-8173-A67D9523627F}" destId="{3CAB09BE-8E54-49A2-94B5-E7507F5718EA}" srcOrd="5" destOrd="0" presId="urn:microsoft.com/office/officeart/2018/2/layout/IconLabelList"/>
    <dgm:cxn modelId="{EEFE5F4C-0620-46DC-B02F-363AE83204AA}" type="presParOf" srcId="{4ACF99A9-A497-492F-8173-A67D9523627F}" destId="{2F74E02F-A4CC-445C-B8DA-5B349D1085FC}" srcOrd="6" destOrd="0" presId="urn:microsoft.com/office/officeart/2018/2/layout/IconLabelList"/>
    <dgm:cxn modelId="{5F097B05-AD75-4EE9-A943-8DE331FEDC4F}" type="presParOf" srcId="{2F74E02F-A4CC-445C-B8DA-5B349D1085FC}" destId="{F8F444F6-F4E5-49F0-ADAE-992A60DD6A79}" srcOrd="0" destOrd="0" presId="urn:microsoft.com/office/officeart/2018/2/layout/IconLabelList"/>
    <dgm:cxn modelId="{D52B6F95-08E8-4A32-ABFB-9D000774ED95}" type="presParOf" srcId="{2F74E02F-A4CC-445C-B8DA-5B349D1085FC}" destId="{A21FC133-2FC3-4658-BA3D-9D739FABDE8A}" srcOrd="1" destOrd="0" presId="urn:microsoft.com/office/officeart/2018/2/layout/IconLabelList"/>
    <dgm:cxn modelId="{23E50853-76B1-4F6C-A853-3546EB15550C}" type="presParOf" srcId="{2F74E02F-A4CC-445C-B8DA-5B349D1085FC}" destId="{9847B26F-1672-4B6E-AD23-8294AEA814F4}" srcOrd="2" destOrd="0" presId="urn:microsoft.com/office/officeart/2018/2/layout/IconLabelList"/>
    <dgm:cxn modelId="{C4B1A1B5-7E0A-4564-A2B4-7211389D9CEF}" type="presParOf" srcId="{4ACF99A9-A497-492F-8173-A67D9523627F}" destId="{AC7583E6-2047-472F-BEB1-ED28CE69EA3F}" srcOrd="7" destOrd="0" presId="urn:microsoft.com/office/officeart/2018/2/layout/IconLabelList"/>
    <dgm:cxn modelId="{FB2AC5EB-7B6C-45D2-8C0C-B79D60FBF924}" type="presParOf" srcId="{4ACF99A9-A497-492F-8173-A67D9523627F}" destId="{CC6E9AC9-B6E8-4756-98C7-512FC5CD9938}" srcOrd="8" destOrd="0" presId="urn:microsoft.com/office/officeart/2018/2/layout/IconLabelList"/>
    <dgm:cxn modelId="{817E6937-E565-4D5E-A2A0-5390E10AE271}" type="presParOf" srcId="{CC6E9AC9-B6E8-4756-98C7-512FC5CD9938}" destId="{5B6628C8-AECE-461E-8AA7-D2EBA2008A71}" srcOrd="0" destOrd="0" presId="urn:microsoft.com/office/officeart/2018/2/layout/IconLabelList"/>
    <dgm:cxn modelId="{5912F7C8-F71B-41E6-9D64-681EA7931DC3}" type="presParOf" srcId="{CC6E9AC9-B6E8-4756-98C7-512FC5CD9938}" destId="{6409297A-13FF-4457-A30A-BB88CF05FA6C}" srcOrd="1" destOrd="0" presId="urn:microsoft.com/office/officeart/2018/2/layout/IconLabelList"/>
    <dgm:cxn modelId="{403C549A-B979-401D-AC5F-184C41EAC3DF}" type="presParOf" srcId="{CC6E9AC9-B6E8-4756-98C7-512FC5CD9938}" destId="{97D067B7-73D1-4998-ADF5-23589A34FCF0}" srcOrd="2" destOrd="0" presId="urn:microsoft.com/office/officeart/2018/2/layout/IconLabelList"/>
    <dgm:cxn modelId="{6AFC553D-28AA-4A63-820D-1D7EFDB8AA53}" type="presParOf" srcId="{4ACF99A9-A497-492F-8173-A67D9523627F}" destId="{E0DC3714-D7FE-4152-B099-53F39F904BBB}" srcOrd="9" destOrd="0" presId="urn:microsoft.com/office/officeart/2018/2/layout/IconLabelList"/>
    <dgm:cxn modelId="{66453EF1-D7B8-4CEE-9EEF-49A82379A1B6}" type="presParOf" srcId="{4ACF99A9-A497-492F-8173-A67D9523627F}" destId="{8A36B13A-2A09-4588-8065-BFF2EFE859B6}" srcOrd="10" destOrd="0" presId="urn:microsoft.com/office/officeart/2018/2/layout/IconLabelList"/>
    <dgm:cxn modelId="{E9DAB85B-6C99-424F-A99B-2BF1F89C1B86}" type="presParOf" srcId="{8A36B13A-2A09-4588-8065-BFF2EFE859B6}" destId="{78EE8221-7E44-428E-88F0-EC5A711E1FF6}" srcOrd="0" destOrd="0" presId="urn:microsoft.com/office/officeart/2018/2/layout/IconLabelList"/>
    <dgm:cxn modelId="{E4AACAF3-0DE3-4D63-A7DF-6221C3EB70E7}" type="presParOf" srcId="{8A36B13A-2A09-4588-8065-BFF2EFE859B6}" destId="{57A5331C-FC69-48D3-8033-BF0E4426BEBD}" srcOrd="1" destOrd="0" presId="urn:microsoft.com/office/officeart/2018/2/layout/IconLabelList"/>
    <dgm:cxn modelId="{83CE7C60-BD7E-44AA-A27F-857B47EE88CF}" type="presParOf" srcId="{8A36B13A-2A09-4588-8065-BFF2EFE859B6}" destId="{D8CB5E24-C076-4B0C-83DF-E0C488C7027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9C39149-D0E0-46A7-9B51-38C23ED4871F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7D3CB38-6EF6-4E53-B82E-A7F57481C665}">
      <dgm:prSet/>
      <dgm:spPr/>
      <dgm:t>
        <a:bodyPr/>
        <a:lstStyle/>
        <a:p>
          <a:r>
            <a:rPr lang="en-US" b="1"/>
            <a:t>Expected Results</a:t>
          </a:r>
          <a:endParaRPr lang="en-US"/>
        </a:p>
      </dgm:t>
    </dgm:pt>
    <dgm:pt modelId="{C692691E-E386-4010-935E-115B0FF25069}" type="parTrans" cxnId="{04E579A5-BA8C-47C2-AF26-C76DE19D82EF}">
      <dgm:prSet/>
      <dgm:spPr/>
      <dgm:t>
        <a:bodyPr/>
        <a:lstStyle/>
        <a:p>
          <a:endParaRPr lang="en-US"/>
        </a:p>
      </dgm:t>
    </dgm:pt>
    <dgm:pt modelId="{6EAA47D2-4235-46FF-9E73-4A54BD86E377}" type="sibTrans" cxnId="{04E579A5-BA8C-47C2-AF26-C76DE19D82EF}">
      <dgm:prSet/>
      <dgm:spPr/>
      <dgm:t>
        <a:bodyPr/>
        <a:lstStyle/>
        <a:p>
          <a:endParaRPr lang="en-US"/>
        </a:p>
      </dgm:t>
    </dgm:pt>
    <dgm:pt modelId="{DD3D9BEC-D834-44CB-8DD1-093AAA16EB6E}">
      <dgm:prSet/>
      <dgm:spPr/>
      <dgm:t>
        <a:bodyPr/>
        <a:lstStyle/>
        <a:p>
          <a:r>
            <a:rPr lang="en-US"/>
            <a:t>Increase brand awareness.</a:t>
          </a:r>
        </a:p>
      </dgm:t>
    </dgm:pt>
    <dgm:pt modelId="{E70D7EF7-7FF0-4C63-B8A4-D9988250FBC1}" type="parTrans" cxnId="{A8B74988-FC54-41B1-8179-04AF275887A1}">
      <dgm:prSet/>
      <dgm:spPr/>
      <dgm:t>
        <a:bodyPr/>
        <a:lstStyle/>
        <a:p>
          <a:endParaRPr lang="en-US"/>
        </a:p>
      </dgm:t>
    </dgm:pt>
    <dgm:pt modelId="{A3511287-7A7B-49EF-B0B3-B9C73739611E}" type="sibTrans" cxnId="{A8B74988-FC54-41B1-8179-04AF275887A1}">
      <dgm:prSet/>
      <dgm:spPr/>
      <dgm:t>
        <a:bodyPr/>
        <a:lstStyle/>
        <a:p>
          <a:endParaRPr lang="en-US"/>
        </a:p>
      </dgm:t>
    </dgm:pt>
    <dgm:pt modelId="{5BD8C0F0-FE16-41C8-84E5-5C37F876BDDE}">
      <dgm:prSet/>
      <dgm:spPr/>
      <dgm:t>
        <a:bodyPr/>
        <a:lstStyle/>
        <a:p>
          <a:r>
            <a:rPr lang="en-US"/>
            <a:t>More app downloads.</a:t>
          </a:r>
        </a:p>
      </dgm:t>
    </dgm:pt>
    <dgm:pt modelId="{3158DA1B-57E9-490A-87F4-2908020EB3B7}" type="parTrans" cxnId="{3CD3558A-B089-4DE3-B344-D95DAA2400E4}">
      <dgm:prSet/>
      <dgm:spPr/>
      <dgm:t>
        <a:bodyPr/>
        <a:lstStyle/>
        <a:p>
          <a:endParaRPr lang="en-US"/>
        </a:p>
      </dgm:t>
    </dgm:pt>
    <dgm:pt modelId="{DDBD6ABF-303B-44E0-8763-BC79F4810525}" type="sibTrans" cxnId="{3CD3558A-B089-4DE3-B344-D95DAA2400E4}">
      <dgm:prSet/>
      <dgm:spPr/>
      <dgm:t>
        <a:bodyPr/>
        <a:lstStyle/>
        <a:p>
          <a:endParaRPr lang="en-US"/>
        </a:p>
      </dgm:t>
    </dgm:pt>
    <dgm:pt modelId="{585B1981-120A-44BC-A1BE-9035B169E14D}">
      <dgm:prSet/>
      <dgm:spPr/>
      <dgm:t>
        <a:bodyPr/>
        <a:lstStyle/>
        <a:p>
          <a:r>
            <a:rPr lang="en-US"/>
            <a:t>Higher customer engagement.</a:t>
          </a:r>
        </a:p>
      </dgm:t>
    </dgm:pt>
    <dgm:pt modelId="{831D6FAC-3083-425A-A9D4-C001469D377F}" type="parTrans" cxnId="{1DC0E703-9A1E-4A58-BFD0-5364251AE3A5}">
      <dgm:prSet/>
      <dgm:spPr/>
      <dgm:t>
        <a:bodyPr/>
        <a:lstStyle/>
        <a:p>
          <a:endParaRPr lang="en-US"/>
        </a:p>
      </dgm:t>
    </dgm:pt>
    <dgm:pt modelId="{558F2CC4-C741-4369-AB97-EE91DDF54ABB}" type="sibTrans" cxnId="{1DC0E703-9A1E-4A58-BFD0-5364251AE3A5}">
      <dgm:prSet/>
      <dgm:spPr/>
      <dgm:t>
        <a:bodyPr/>
        <a:lstStyle/>
        <a:p>
          <a:endParaRPr lang="en-US"/>
        </a:p>
      </dgm:t>
    </dgm:pt>
    <dgm:pt modelId="{A749AD95-F08B-475C-A758-48146414E019}">
      <dgm:prSet/>
      <dgm:spPr/>
      <dgm:t>
        <a:bodyPr/>
        <a:lstStyle/>
        <a:p>
          <a:r>
            <a:rPr lang="en-US"/>
            <a:t>Increased food orders.</a:t>
          </a:r>
        </a:p>
      </dgm:t>
    </dgm:pt>
    <dgm:pt modelId="{A9AF9254-024B-4EC4-9638-07858906AF9F}" type="parTrans" cxnId="{C8E9B9F9-81E3-47D8-B7DD-C53552D7E0CA}">
      <dgm:prSet/>
      <dgm:spPr/>
      <dgm:t>
        <a:bodyPr/>
        <a:lstStyle/>
        <a:p>
          <a:endParaRPr lang="en-US"/>
        </a:p>
      </dgm:t>
    </dgm:pt>
    <dgm:pt modelId="{D4E10A38-CF1D-4514-809E-ED0C134DF002}" type="sibTrans" cxnId="{C8E9B9F9-81E3-47D8-B7DD-C53552D7E0CA}">
      <dgm:prSet/>
      <dgm:spPr/>
      <dgm:t>
        <a:bodyPr/>
        <a:lstStyle/>
        <a:p>
          <a:endParaRPr lang="en-US"/>
        </a:p>
      </dgm:t>
    </dgm:pt>
    <dgm:pt modelId="{C1648ADC-446C-4623-B8A4-3FCF494F9CDC}">
      <dgm:prSet/>
      <dgm:spPr/>
      <dgm:t>
        <a:bodyPr/>
        <a:lstStyle/>
        <a:p>
          <a:r>
            <a:rPr lang="en-US"/>
            <a:t>Better customer loyalty.</a:t>
          </a:r>
        </a:p>
      </dgm:t>
    </dgm:pt>
    <dgm:pt modelId="{0EB82997-6CF7-416C-9B89-61CFF3A67952}" type="parTrans" cxnId="{6880F7C0-7227-4C8E-84F7-996D64D06CF7}">
      <dgm:prSet/>
      <dgm:spPr/>
      <dgm:t>
        <a:bodyPr/>
        <a:lstStyle/>
        <a:p>
          <a:endParaRPr lang="en-US"/>
        </a:p>
      </dgm:t>
    </dgm:pt>
    <dgm:pt modelId="{25F5E592-0B9F-4A08-84BA-E4A4D56F3A04}" type="sibTrans" cxnId="{6880F7C0-7227-4C8E-84F7-996D64D06CF7}">
      <dgm:prSet/>
      <dgm:spPr/>
      <dgm:t>
        <a:bodyPr/>
        <a:lstStyle/>
        <a:p>
          <a:endParaRPr lang="en-US"/>
        </a:p>
      </dgm:t>
    </dgm:pt>
    <dgm:pt modelId="{E7588E72-3691-467B-BC7D-8E0EB918D0A6}" type="pres">
      <dgm:prSet presAssocID="{89C39149-D0E0-46A7-9B51-38C23ED4871F}" presName="root" presStyleCnt="0">
        <dgm:presLayoutVars>
          <dgm:dir/>
          <dgm:resizeHandles val="exact"/>
        </dgm:presLayoutVars>
      </dgm:prSet>
      <dgm:spPr/>
    </dgm:pt>
    <dgm:pt modelId="{B1D3CA18-369D-4B77-BCBC-433537170BAA}" type="pres">
      <dgm:prSet presAssocID="{97D3CB38-6EF6-4E53-B82E-A7F57481C665}" presName="compNode" presStyleCnt="0"/>
      <dgm:spPr/>
    </dgm:pt>
    <dgm:pt modelId="{EF87B604-1DE3-4FCD-89B1-4371C7DF8F07}" type="pres">
      <dgm:prSet presAssocID="{97D3CB38-6EF6-4E53-B82E-A7F57481C665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8B5AD005-5267-4A70-9F73-A6DD92EF46E9}" type="pres">
      <dgm:prSet presAssocID="{97D3CB38-6EF6-4E53-B82E-A7F57481C665}" presName="spaceRect" presStyleCnt="0"/>
      <dgm:spPr/>
    </dgm:pt>
    <dgm:pt modelId="{639E6D4C-FB65-422D-9FEE-47CD20C151A4}" type="pres">
      <dgm:prSet presAssocID="{97D3CB38-6EF6-4E53-B82E-A7F57481C665}" presName="textRect" presStyleLbl="revTx" presStyleIdx="0" presStyleCnt="6">
        <dgm:presLayoutVars>
          <dgm:chMax val="1"/>
          <dgm:chPref val="1"/>
        </dgm:presLayoutVars>
      </dgm:prSet>
      <dgm:spPr/>
    </dgm:pt>
    <dgm:pt modelId="{9BC42D69-21F5-4F97-A2A6-748C933F8D62}" type="pres">
      <dgm:prSet presAssocID="{6EAA47D2-4235-46FF-9E73-4A54BD86E377}" presName="sibTrans" presStyleCnt="0"/>
      <dgm:spPr/>
    </dgm:pt>
    <dgm:pt modelId="{1ECBF376-5D28-45F6-9266-50EA20C11192}" type="pres">
      <dgm:prSet presAssocID="{DD3D9BEC-D834-44CB-8DD1-093AAA16EB6E}" presName="compNode" presStyleCnt="0"/>
      <dgm:spPr/>
    </dgm:pt>
    <dgm:pt modelId="{E3C0DF8F-86EE-4B3B-85F4-4DB3DA40CD7B}" type="pres">
      <dgm:prSet presAssocID="{DD3D9BEC-D834-44CB-8DD1-093AAA16EB6E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gaphone"/>
        </a:ext>
      </dgm:extLst>
    </dgm:pt>
    <dgm:pt modelId="{DC8F1396-ADCF-44C5-9946-D5DDF0C1BD86}" type="pres">
      <dgm:prSet presAssocID="{DD3D9BEC-D834-44CB-8DD1-093AAA16EB6E}" presName="spaceRect" presStyleCnt="0"/>
      <dgm:spPr/>
    </dgm:pt>
    <dgm:pt modelId="{8AA11EF2-A3C3-4565-9616-A5CB8E796BD3}" type="pres">
      <dgm:prSet presAssocID="{DD3D9BEC-D834-44CB-8DD1-093AAA16EB6E}" presName="textRect" presStyleLbl="revTx" presStyleIdx="1" presStyleCnt="6">
        <dgm:presLayoutVars>
          <dgm:chMax val="1"/>
          <dgm:chPref val="1"/>
        </dgm:presLayoutVars>
      </dgm:prSet>
      <dgm:spPr/>
    </dgm:pt>
    <dgm:pt modelId="{B89DD83A-9EA7-4473-B1D2-AA7243A157FE}" type="pres">
      <dgm:prSet presAssocID="{A3511287-7A7B-49EF-B0B3-B9C73739611E}" presName="sibTrans" presStyleCnt="0"/>
      <dgm:spPr/>
    </dgm:pt>
    <dgm:pt modelId="{9C8D3C8A-741C-475E-A29D-36D4FA5F5657}" type="pres">
      <dgm:prSet presAssocID="{5BD8C0F0-FE16-41C8-84E5-5C37F876BDDE}" presName="compNode" presStyleCnt="0"/>
      <dgm:spPr/>
    </dgm:pt>
    <dgm:pt modelId="{03F2B5C3-C438-4B1F-B0EE-04E491A9B447}" type="pres">
      <dgm:prSet presAssocID="{5BD8C0F0-FE16-41C8-84E5-5C37F876BDDE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wnload"/>
        </a:ext>
      </dgm:extLst>
    </dgm:pt>
    <dgm:pt modelId="{66E5F43A-C811-4A5F-8347-7A91E3D6413B}" type="pres">
      <dgm:prSet presAssocID="{5BD8C0F0-FE16-41C8-84E5-5C37F876BDDE}" presName="spaceRect" presStyleCnt="0"/>
      <dgm:spPr/>
    </dgm:pt>
    <dgm:pt modelId="{DA53D41A-439B-46E9-8EEE-9FE6C8CC2FB0}" type="pres">
      <dgm:prSet presAssocID="{5BD8C0F0-FE16-41C8-84E5-5C37F876BDDE}" presName="textRect" presStyleLbl="revTx" presStyleIdx="2" presStyleCnt="6">
        <dgm:presLayoutVars>
          <dgm:chMax val="1"/>
          <dgm:chPref val="1"/>
        </dgm:presLayoutVars>
      </dgm:prSet>
      <dgm:spPr/>
    </dgm:pt>
    <dgm:pt modelId="{283F1794-511F-4042-9285-E653D34CBC38}" type="pres">
      <dgm:prSet presAssocID="{DDBD6ABF-303B-44E0-8763-BC79F4810525}" presName="sibTrans" presStyleCnt="0"/>
      <dgm:spPr/>
    </dgm:pt>
    <dgm:pt modelId="{0136A818-C327-499A-82F1-69DBD7FAB3A5}" type="pres">
      <dgm:prSet presAssocID="{585B1981-120A-44BC-A1BE-9035B169E14D}" presName="compNode" presStyleCnt="0"/>
      <dgm:spPr/>
    </dgm:pt>
    <dgm:pt modelId="{FAB03112-85C4-4531-A8FC-D12F294DDB35}" type="pres">
      <dgm:prSet presAssocID="{585B1981-120A-44BC-A1BE-9035B169E14D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ignal"/>
        </a:ext>
      </dgm:extLst>
    </dgm:pt>
    <dgm:pt modelId="{AF746DF4-DC8C-4A07-8638-44A6F856EA6A}" type="pres">
      <dgm:prSet presAssocID="{585B1981-120A-44BC-A1BE-9035B169E14D}" presName="spaceRect" presStyleCnt="0"/>
      <dgm:spPr/>
    </dgm:pt>
    <dgm:pt modelId="{FE81EB7A-4E5A-43A6-AE4E-3BE2E4DF3949}" type="pres">
      <dgm:prSet presAssocID="{585B1981-120A-44BC-A1BE-9035B169E14D}" presName="textRect" presStyleLbl="revTx" presStyleIdx="3" presStyleCnt="6">
        <dgm:presLayoutVars>
          <dgm:chMax val="1"/>
          <dgm:chPref val="1"/>
        </dgm:presLayoutVars>
      </dgm:prSet>
      <dgm:spPr/>
    </dgm:pt>
    <dgm:pt modelId="{B01C0A05-4309-4B58-9F92-7BD838B22BF8}" type="pres">
      <dgm:prSet presAssocID="{558F2CC4-C741-4369-AB97-EE91DDF54ABB}" presName="sibTrans" presStyleCnt="0"/>
      <dgm:spPr/>
    </dgm:pt>
    <dgm:pt modelId="{51CF42BC-77E8-49C0-9AA0-DCADC0B7F89B}" type="pres">
      <dgm:prSet presAssocID="{A749AD95-F08B-475C-A758-48146414E019}" presName="compNode" presStyleCnt="0"/>
      <dgm:spPr/>
    </dgm:pt>
    <dgm:pt modelId="{4EA81076-51F3-4634-BB79-F528B57C28D2}" type="pres">
      <dgm:prSet presAssocID="{A749AD95-F08B-475C-A758-48146414E019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rger and Drink"/>
        </a:ext>
      </dgm:extLst>
    </dgm:pt>
    <dgm:pt modelId="{C5BAC55E-A45F-4FEB-A5CF-D67F432F7A3D}" type="pres">
      <dgm:prSet presAssocID="{A749AD95-F08B-475C-A758-48146414E019}" presName="spaceRect" presStyleCnt="0"/>
      <dgm:spPr/>
    </dgm:pt>
    <dgm:pt modelId="{58E04BB6-A314-4924-BB6D-50EDD2B942AE}" type="pres">
      <dgm:prSet presAssocID="{A749AD95-F08B-475C-A758-48146414E019}" presName="textRect" presStyleLbl="revTx" presStyleIdx="4" presStyleCnt="6">
        <dgm:presLayoutVars>
          <dgm:chMax val="1"/>
          <dgm:chPref val="1"/>
        </dgm:presLayoutVars>
      </dgm:prSet>
      <dgm:spPr/>
    </dgm:pt>
    <dgm:pt modelId="{2AD02BBD-3E37-4A29-B89F-F2FDD9582782}" type="pres">
      <dgm:prSet presAssocID="{D4E10A38-CF1D-4514-809E-ED0C134DF002}" presName="sibTrans" presStyleCnt="0"/>
      <dgm:spPr/>
    </dgm:pt>
    <dgm:pt modelId="{C0D082E5-4DE1-4CB7-8496-A41E87456F6F}" type="pres">
      <dgm:prSet presAssocID="{C1648ADC-446C-4623-B8A4-3FCF494F9CDC}" presName="compNode" presStyleCnt="0"/>
      <dgm:spPr/>
    </dgm:pt>
    <dgm:pt modelId="{A0502309-E758-44CB-BF23-31530EE7AD2A}" type="pres">
      <dgm:prSet presAssocID="{C1648ADC-446C-4623-B8A4-3FCF494F9CDC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 Envelope"/>
        </a:ext>
      </dgm:extLst>
    </dgm:pt>
    <dgm:pt modelId="{743CB686-DC54-4ECE-9B82-6F85BD26906D}" type="pres">
      <dgm:prSet presAssocID="{C1648ADC-446C-4623-B8A4-3FCF494F9CDC}" presName="spaceRect" presStyleCnt="0"/>
      <dgm:spPr/>
    </dgm:pt>
    <dgm:pt modelId="{538151E7-2189-482A-BB92-E8E48D285655}" type="pres">
      <dgm:prSet presAssocID="{C1648ADC-446C-4623-B8A4-3FCF494F9CDC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6D169903-521E-45D7-AC19-A7B997E39CE7}" type="presOf" srcId="{C1648ADC-446C-4623-B8A4-3FCF494F9CDC}" destId="{538151E7-2189-482A-BB92-E8E48D285655}" srcOrd="0" destOrd="0" presId="urn:microsoft.com/office/officeart/2018/2/layout/IconLabelList"/>
    <dgm:cxn modelId="{1DC0E703-9A1E-4A58-BFD0-5364251AE3A5}" srcId="{89C39149-D0E0-46A7-9B51-38C23ED4871F}" destId="{585B1981-120A-44BC-A1BE-9035B169E14D}" srcOrd="3" destOrd="0" parTransId="{831D6FAC-3083-425A-A9D4-C001469D377F}" sibTransId="{558F2CC4-C741-4369-AB97-EE91DDF54ABB}"/>
    <dgm:cxn modelId="{F6D42010-8180-4BE3-9B3A-BE795E179586}" type="presOf" srcId="{97D3CB38-6EF6-4E53-B82E-A7F57481C665}" destId="{639E6D4C-FB65-422D-9FEE-47CD20C151A4}" srcOrd="0" destOrd="0" presId="urn:microsoft.com/office/officeart/2018/2/layout/IconLabelList"/>
    <dgm:cxn modelId="{E8D8913D-32A3-44C0-8FFE-59AEE10C90E7}" type="presOf" srcId="{5BD8C0F0-FE16-41C8-84E5-5C37F876BDDE}" destId="{DA53D41A-439B-46E9-8EEE-9FE6C8CC2FB0}" srcOrd="0" destOrd="0" presId="urn:microsoft.com/office/officeart/2018/2/layout/IconLabelList"/>
    <dgm:cxn modelId="{4D7BBF65-77E1-4AD8-9E85-EA504B0245E4}" type="presOf" srcId="{585B1981-120A-44BC-A1BE-9035B169E14D}" destId="{FE81EB7A-4E5A-43A6-AE4E-3BE2E4DF3949}" srcOrd="0" destOrd="0" presId="urn:microsoft.com/office/officeart/2018/2/layout/IconLabelList"/>
    <dgm:cxn modelId="{F1A73E77-836A-4F87-ADE6-0868098A2A31}" type="presOf" srcId="{A749AD95-F08B-475C-A758-48146414E019}" destId="{58E04BB6-A314-4924-BB6D-50EDD2B942AE}" srcOrd="0" destOrd="0" presId="urn:microsoft.com/office/officeart/2018/2/layout/IconLabelList"/>
    <dgm:cxn modelId="{CA140F7C-9A6C-43DD-92FD-8F09818392B8}" type="presOf" srcId="{DD3D9BEC-D834-44CB-8DD1-093AAA16EB6E}" destId="{8AA11EF2-A3C3-4565-9616-A5CB8E796BD3}" srcOrd="0" destOrd="0" presId="urn:microsoft.com/office/officeart/2018/2/layout/IconLabelList"/>
    <dgm:cxn modelId="{A8B74988-FC54-41B1-8179-04AF275887A1}" srcId="{89C39149-D0E0-46A7-9B51-38C23ED4871F}" destId="{DD3D9BEC-D834-44CB-8DD1-093AAA16EB6E}" srcOrd="1" destOrd="0" parTransId="{E70D7EF7-7FF0-4C63-B8A4-D9988250FBC1}" sibTransId="{A3511287-7A7B-49EF-B0B3-B9C73739611E}"/>
    <dgm:cxn modelId="{3CD3558A-B089-4DE3-B344-D95DAA2400E4}" srcId="{89C39149-D0E0-46A7-9B51-38C23ED4871F}" destId="{5BD8C0F0-FE16-41C8-84E5-5C37F876BDDE}" srcOrd="2" destOrd="0" parTransId="{3158DA1B-57E9-490A-87F4-2908020EB3B7}" sibTransId="{DDBD6ABF-303B-44E0-8763-BC79F4810525}"/>
    <dgm:cxn modelId="{04E579A5-BA8C-47C2-AF26-C76DE19D82EF}" srcId="{89C39149-D0E0-46A7-9B51-38C23ED4871F}" destId="{97D3CB38-6EF6-4E53-B82E-A7F57481C665}" srcOrd="0" destOrd="0" parTransId="{C692691E-E386-4010-935E-115B0FF25069}" sibTransId="{6EAA47D2-4235-46FF-9E73-4A54BD86E377}"/>
    <dgm:cxn modelId="{6880F7C0-7227-4C8E-84F7-996D64D06CF7}" srcId="{89C39149-D0E0-46A7-9B51-38C23ED4871F}" destId="{C1648ADC-446C-4623-B8A4-3FCF494F9CDC}" srcOrd="5" destOrd="0" parTransId="{0EB82997-6CF7-416C-9B89-61CFF3A67952}" sibTransId="{25F5E592-0B9F-4A08-84BA-E4A4D56F3A04}"/>
    <dgm:cxn modelId="{CE676ED0-C049-4284-97CE-96911A421BA1}" type="presOf" srcId="{89C39149-D0E0-46A7-9B51-38C23ED4871F}" destId="{E7588E72-3691-467B-BC7D-8E0EB918D0A6}" srcOrd="0" destOrd="0" presId="urn:microsoft.com/office/officeart/2018/2/layout/IconLabelList"/>
    <dgm:cxn modelId="{C8E9B9F9-81E3-47D8-B7DD-C53552D7E0CA}" srcId="{89C39149-D0E0-46A7-9B51-38C23ED4871F}" destId="{A749AD95-F08B-475C-A758-48146414E019}" srcOrd="4" destOrd="0" parTransId="{A9AF9254-024B-4EC4-9638-07858906AF9F}" sibTransId="{D4E10A38-CF1D-4514-809E-ED0C134DF002}"/>
    <dgm:cxn modelId="{A2956C53-6DA1-4CC7-9A26-63F8176CF3B6}" type="presParOf" srcId="{E7588E72-3691-467B-BC7D-8E0EB918D0A6}" destId="{B1D3CA18-369D-4B77-BCBC-433537170BAA}" srcOrd="0" destOrd="0" presId="urn:microsoft.com/office/officeart/2018/2/layout/IconLabelList"/>
    <dgm:cxn modelId="{39C3C2E6-D5C2-4651-A595-46757D1EC8FA}" type="presParOf" srcId="{B1D3CA18-369D-4B77-BCBC-433537170BAA}" destId="{EF87B604-1DE3-4FCD-89B1-4371C7DF8F07}" srcOrd="0" destOrd="0" presId="urn:microsoft.com/office/officeart/2018/2/layout/IconLabelList"/>
    <dgm:cxn modelId="{B3E7A4B2-C35B-4CE2-A359-3F3107D2DB28}" type="presParOf" srcId="{B1D3CA18-369D-4B77-BCBC-433537170BAA}" destId="{8B5AD005-5267-4A70-9F73-A6DD92EF46E9}" srcOrd="1" destOrd="0" presId="urn:microsoft.com/office/officeart/2018/2/layout/IconLabelList"/>
    <dgm:cxn modelId="{DF28AF86-BF39-4B97-811D-2DAC363E49AF}" type="presParOf" srcId="{B1D3CA18-369D-4B77-BCBC-433537170BAA}" destId="{639E6D4C-FB65-422D-9FEE-47CD20C151A4}" srcOrd="2" destOrd="0" presId="urn:microsoft.com/office/officeart/2018/2/layout/IconLabelList"/>
    <dgm:cxn modelId="{9A130347-A941-4F05-9E49-876AA9F6FF17}" type="presParOf" srcId="{E7588E72-3691-467B-BC7D-8E0EB918D0A6}" destId="{9BC42D69-21F5-4F97-A2A6-748C933F8D62}" srcOrd="1" destOrd="0" presId="urn:microsoft.com/office/officeart/2018/2/layout/IconLabelList"/>
    <dgm:cxn modelId="{BE9DD914-2C0D-4A4D-92B0-5AEB03E05EA4}" type="presParOf" srcId="{E7588E72-3691-467B-BC7D-8E0EB918D0A6}" destId="{1ECBF376-5D28-45F6-9266-50EA20C11192}" srcOrd="2" destOrd="0" presId="urn:microsoft.com/office/officeart/2018/2/layout/IconLabelList"/>
    <dgm:cxn modelId="{AA4A2AEE-69EE-46FB-9F2F-8A8129F00B5C}" type="presParOf" srcId="{1ECBF376-5D28-45F6-9266-50EA20C11192}" destId="{E3C0DF8F-86EE-4B3B-85F4-4DB3DA40CD7B}" srcOrd="0" destOrd="0" presId="urn:microsoft.com/office/officeart/2018/2/layout/IconLabelList"/>
    <dgm:cxn modelId="{2DF6B2DF-FE90-4676-B4ED-FFE6A77F536D}" type="presParOf" srcId="{1ECBF376-5D28-45F6-9266-50EA20C11192}" destId="{DC8F1396-ADCF-44C5-9946-D5DDF0C1BD86}" srcOrd="1" destOrd="0" presId="urn:microsoft.com/office/officeart/2018/2/layout/IconLabelList"/>
    <dgm:cxn modelId="{32946DB1-3365-4101-B570-E91E14CE582D}" type="presParOf" srcId="{1ECBF376-5D28-45F6-9266-50EA20C11192}" destId="{8AA11EF2-A3C3-4565-9616-A5CB8E796BD3}" srcOrd="2" destOrd="0" presId="urn:microsoft.com/office/officeart/2018/2/layout/IconLabelList"/>
    <dgm:cxn modelId="{EA36C676-942D-4C0D-8453-4D500D139FCB}" type="presParOf" srcId="{E7588E72-3691-467B-BC7D-8E0EB918D0A6}" destId="{B89DD83A-9EA7-4473-B1D2-AA7243A157FE}" srcOrd="3" destOrd="0" presId="urn:microsoft.com/office/officeart/2018/2/layout/IconLabelList"/>
    <dgm:cxn modelId="{E8A7CFB4-B21E-4555-9F48-6873E3A8AD54}" type="presParOf" srcId="{E7588E72-3691-467B-BC7D-8E0EB918D0A6}" destId="{9C8D3C8A-741C-475E-A29D-36D4FA5F5657}" srcOrd="4" destOrd="0" presId="urn:microsoft.com/office/officeart/2018/2/layout/IconLabelList"/>
    <dgm:cxn modelId="{6F5EBC8E-D5E2-4DB2-9A7C-32AD4525EAA1}" type="presParOf" srcId="{9C8D3C8A-741C-475E-A29D-36D4FA5F5657}" destId="{03F2B5C3-C438-4B1F-B0EE-04E491A9B447}" srcOrd="0" destOrd="0" presId="urn:microsoft.com/office/officeart/2018/2/layout/IconLabelList"/>
    <dgm:cxn modelId="{D26ED665-4A7E-4AC1-B9D4-EFE62F05896C}" type="presParOf" srcId="{9C8D3C8A-741C-475E-A29D-36D4FA5F5657}" destId="{66E5F43A-C811-4A5F-8347-7A91E3D6413B}" srcOrd="1" destOrd="0" presId="urn:microsoft.com/office/officeart/2018/2/layout/IconLabelList"/>
    <dgm:cxn modelId="{8CDFAC31-7864-43F6-BE33-CA4C21F44A05}" type="presParOf" srcId="{9C8D3C8A-741C-475E-A29D-36D4FA5F5657}" destId="{DA53D41A-439B-46E9-8EEE-9FE6C8CC2FB0}" srcOrd="2" destOrd="0" presId="urn:microsoft.com/office/officeart/2018/2/layout/IconLabelList"/>
    <dgm:cxn modelId="{78196296-3944-48D5-9F62-91FFB2944DA7}" type="presParOf" srcId="{E7588E72-3691-467B-BC7D-8E0EB918D0A6}" destId="{283F1794-511F-4042-9285-E653D34CBC38}" srcOrd="5" destOrd="0" presId="urn:microsoft.com/office/officeart/2018/2/layout/IconLabelList"/>
    <dgm:cxn modelId="{F512625F-094E-42B0-9370-0327C4559AFD}" type="presParOf" srcId="{E7588E72-3691-467B-BC7D-8E0EB918D0A6}" destId="{0136A818-C327-499A-82F1-69DBD7FAB3A5}" srcOrd="6" destOrd="0" presId="urn:microsoft.com/office/officeart/2018/2/layout/IconLabelList"/>
    <dgm:cxn modelId="{9DF5DC53-2C6F-4F15-A5B6-A02A4C91EE22}" type="presParOf" srcId="{0136A818-C327-499A-82F1-69DBD7FAB3A5}" destId="{FAB03112-85C4-4531-A8FC-D12F294DDB35}" srcOrd="0" destOrd="0" presId="urn:microsoft.com/office/officeart/2018/2/layout/IconLabelList"/>
    <dgm:cxn modelId="{AEF5FD8F-5BDF-4E56-9139-887DD85497A7}" type="presParOf" srcId="{0136A818-C327-499A-82F1-69DBD7FAB3A5}" destId="{AF746DF4-DC8C-4A07-8638-44A6F856EA6A}" srcOrd="1" destOrd="0" presId="urn:microsoft.com/office/officeart/2018/2/layout/IconLabelList"/>
    <dgm:cxn modelId="{1B4E2070-ED31-4798-9469-529DBBA699A7}" type="presParOf" srcId="{0136A818-C327-499A-82F1-69DBD7FAB3A5}" destId="{FE81EB7A-4E5A-43A6-AE4E-3BE2E4DF3949}" srcOrd="2" destOrd="0" presId="urn:microsoft.com/office/officeart/2018/2/layout/IconLabelList"/>
    <dgm:cxn modelId="{FB212699-A448-46B8-AEA2-A85DB037A2D8}" type="presParOf" srcId="{E7588E72-3691-467B-BC7D-8E0EB918D0A6}" destId="{B01C0A05-4309-4B58-9F92-7BD838B22BF8}" srcOrd="7" destOrd="0" presId="urn:microsoft.com/office/officeart/2018/2/layout/IconLabelList"/>
    <dgm:cxn modelId="{C17BB565-A971-4D73-9C8F-55AD156D20A1}" type="presParOf" srcId="{E7588E72-3691-467B-BC7D-8E0EB918D0A6}" destId="{51CF42BC-77E8-49C0-9AA0-DCADC0B7F89B}" srcOrd="8" destOrd="0" presId="urn:microsoft.com/office/officeart/2018/2/layout/IconLabelList"/>
    <dgm:cxn modelId="{5DE11F83-3679-4ACC-83CC-415F82C715CD}" type="presParOf" srcId="{51CF42BC-77E8-49C0-9AA0-DCADC0B7F89B}" destId="{4EA81076-51F3-4634-BB79-F528B57C28D2}" srcOrd="0" destOrd="0" presId="urn:microsoft.com/office/officeart/2018/2/layout/IconLabelList"/>
    <dgm:cxn modelId="{4B61126B-7AA4-4B80-ADB5-C6AAB174C91D}" type="presParOf" srcId="{51CF42BC-77E8-49C0-9AA0-DCADC0B7F89B}" destId="{C5BAC55E-A45F-4FEB-A5CF-D67F432F7A3D}" srcOrd="1" destOrd="0" presId="urn:microsoft.com/office/officeart/2018/2/layout/IconLabelList"/>
    <dgm:cxn modelId="{BE4EFE10-4069-41F0-A094-F3671B86B5F9}" type="presParOf" srcId="{51CF42BC-77E8-49C0-9AA0-DCADC0B7F89B}" destId="{58E04BB6-A314-4924-BB6D-50EDD2B942AE}" srcOrd="2" destOrd="0" presId="urn:microsoft.com/office/officeart/2018/2/layout/IconLabelList"/>
    <dgm:cxn modelId="{2540EBFB-0924-468B-9ECB-D44ADDEE764D}" type="presParOf" srcId="{E7588E72-3691-467B-BC7D-8E0EB918D0A6}" destId="{2AD02BBD-3E37-4A29-B89F-F2FDD9582782}" srcOrd="9" destOrd="0" presId="urn:microsoft.com/office/officeart/2018/2/layout/IconLabelList"/>
    <dgm:cxn modelId="{A39B8482-329E-40FA-9807-E56EC8AAA0B7}" type="presParOf" srcId="{E7588E72-3691-467B-BC7D-8E0EB918D0A6}" destId="{C0D082E5-4DE1-4CB7-8496-A41E87456F6F}" srcOrd="10" destOrd="0" presId="urn:microsoft.com/office/officeart/2018/2/layout/IconLabelList"/>
    <dgm:cxn modelId="{22C36FBF-8508-4866-8C7C-33D22B410215}" type="presParOf" srcId="{C0D082E5-4DE1-4CB7-8496-A41E87456F6F}" destId="{A0502309-E758-44CB-BF23-31530EE7AD2A}" srcOrd="0" destOrd="0" presId="urn:microsoft.com/office/officeart/2018/2/layout/IconLabelList"/>
    <dgm:cxn modelId="{9323736F-B712-4864-A134-796AE8507953}" type="presParOf" srcId="{C0D082E5-4DE1-4CB7-8496-A41E87456F6F}" destId="{743CB686-DC54-4ECE-9B82-6F85BD26906D}" srcOrd="1" destOrd="0" presId="urn:microsoft.com/office/officeart/2018/2/layout/IconLabelList"/>
    <dgm:cxn modelId="{02B8113C-0B4F-457D-AD05-E2AC29B8BCC1}" type="presParOf" srcId="{C0D082E5-4DE1-4CB7-8496-A41E87456F6F}" destId="{538151E7-2189-482A-BB92-E8E48D285655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9B51AF-06A6-4FC2-84EE-057CBD51123A}">
      <dsp:nvSpPr>
        <dsp:cNvPr id="0" name=""/>
        <dsp:cNvSpPr/>
      </dsp:nvSpPr>
      <dsp:spPr>
        <a:xfrm>
          <a:off x="0" y="29011"/>
          <a:ext cx="10515600" cy="98338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Target Audience-</a:t>
          </a:r>
        </a:p>
      </dsp:txBody>
      <dsp:txXfrm>
        <a:off x="48005" y="77016"/>
        <a:ext cx="10419590" cy="887374"/>
      </dsp:txXfrm>
    </dsp:sp>
    <dsp:sp modelId="{6E9851C6-42B4-43BB-A932-11587B7BE872}">
      <dsp:nvSpPr>
        <dsp:cNvPr id="0" name=""/>
        <dsp:cNvSpPr/>
      </dsp:nvSpPr>
      <dsp:spPr>
        <a:xfrm>
          <a:off x="0" y="1012396"/>
          <a:ext cx="10515600" cy="33099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52070" rIns="291592" bIns="52070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200" kern="1200"/>
            <a:t>College students</a:t>
          </a: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200" kern="1200"/>
            <a:t>Working professionals</a:t>
          </a: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200" kern="1200"/>
            <a:t>Families</a:t>
          </a: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200" kern="1200"/>
            <a:t>Food lovers-</a:t>
          </a: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200" kern="1200"/>
            <a:t>People who prefer online ordering </a:t>
          </a: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200" kern="1200"/>
            <a:t>Age group: 18–40 years</a:t>
          </a:r>
        </a:p>
      </dsp:txBody>
      <dsp:txXfrm>
        <a:off x="0" y="1012396"/>
        <a:ext cx="10515600" cy="330993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6F5495-78B9-4A4B-B299-9AA6B3AB76F4}">
      <dsp:nvSpPr>
        <dsp:cNvPr id="0" name=""/>
        <dsp:cNvSpPr/>
      </dsp:nvSpPr>
      <dsp:spPr>
        <a:xfrm>
          <a:off x="1283" y="558279"/>
          <a:ext cx="1617389" cy="97043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Social Media Plan</a:t>
          </a:r>
          <a:endParaRPr lang="en-US" sz="1900" kern="1200"/>
        </a:p>
      </dsp:txBody>
      <dsp:txXfrm>
        <a:off x="1283" y="558279"/>
        <a:ext cx="1617389" cy="970433"/>
      </dsp:txXfrm>
    </dsp:sp>
    <dsp:sp modelId="{0C8A2A36-83E8-4C88-8226-6A03C1466FBB}">
      <dsp:nvSpPr>
        <dsp:cNvPr id="0" name=""/>
        <dsp:cNvSpPr/>
      </dsp:nvSpPr>
      <dsp:spPr>
        <a:xfrm>
          <a:off x="1780412" y="558279"/>
          <a:ext cx="1617389" cy="970433"/>
        </a:xfrm>
        <a:prstGeom prst="rect">
          <a:avLst/>
        </a:prstGeom>
        <a:solidFill>
          <a:schemeClr val="accent2">
            <a:hueOff val="-90960"/>
            <a:satOff val="-5246"/>
            <a:lumOff val="53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Instagram</a:t>
          </a:r>
          <a:endParaRPr lang="en-US" sz="1900" kern="1200"/>
        </a:p>
      </dsp:txBody>
      <dsp:txXfrm>
        <a:off x="1780412" y="558279"/>
        <a:ext cx="1617389" cy="970433"/>
      </dsp:txXfrm>
    </dsp:sp>
    <dsp:sp modelId="{5A7B7AC4-39A0-47C8-B49E-50F2FFA4F4E4}">
      <dsp:nvSpPr>
        <dsp:cNvPr id="0" name=""/>
        <dsp:cNvSpPr/>
      </dsp:nvSpPr>
      <dsp:spPr>
        <a:xfrm>
          <a:off x="3559540" y="558279"/>
          <a:ext cx="1617389" cy="970433"/>
        </a:xfrm>
        <a:prstGeom prst="rect">
          <a:avLst/>
        </a:prstGeom>
        <a:solidFill>
          <a:schemeClr val="accent2">
            <a:hueOff val="-181920"/>
            <a:satOff val="-10491"/>
            <a:lumOff val="107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Food reels</a:t>
          </a:r>
        </a:p>
      </dsp:txBody>
      <dsp:txXfrm>
        <a:off x="3559540" y="558279"/>
        <a:ext cx="1617389" cy="970433"/>
      </dsp:txXfrm>
    </dsp:sp>
    <dsp:sp modelId="{3CCFB88A-CBFB-46A1-AF97-0C823E62F9B7}">
      <dsp:nvSpPr>
        <dsp:cNvPr id="0" name=""/>
        <dsp:cNvSpPr/>
      </dsp:nvSpPr>
      <dsp:spPr>
        <a:xfrm>
          <a:off x="5338669" y="558279"/>
          <a:ext cx="1617389" cy="970433"/>
        </a:xfrm>
        <a:prstGeom prst="rect">
          <a:avLst/>
        </a:prstGeom>
        <a:solidFill>
          <a:schemeClr val="accent2">
            <a:hueOff val="-272881"/>
            <a:satOff val="-15736"/>
            <a:lumOff val="161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Customer reviews</a:t>
          </a:r>
        </a:p>
      </dsp:txBody>
      <dsp:txXfrm>
        <a:off x="5338669" y="558279"/>
        <a:ext cx="1617389" cy="970433"/>
      </dsp:txXfrm>
    </dsp:sp>
    <dsp:sp modelId="{52A114B5-E72E-4D6B-B8AE-4664D44DC497}">
      <dsp:nvSpPr>
        <dsp:cNvPr id="0" name=""/>
        <dsp:cNvSpPr/>
      </dsp:nvSpPr>
      <dsp:spPr>
        <a:xfrm>
          <a:off x="7117798" y="558279"/>
          <a:ext cx="1617389" cy="970433"/>
        </a:xfrm>
        <a:prstGeom prst="rect">
          <a:avLst/>
        </a:prstGeom>
        <a:solidFill>
          <a:schemeClr val="accent2">
            <a:hueOff val="-363841"/>
            <a:satOff val="-20982"/>
            <a:lumOff val="215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Discount offers</a:t>
          </a:r>
        </a:p>
      </dsp:txBody>
      <dsp:txXfrm>
        <a:off x="7117798" y="558279"/>
        <a:ext cx="1617389" cy="970433"/>
      </dsp:txXfrm>
    </dsp:sp>
    <dsp:sp modelId="{C84D4776-D7B3-4141-AD90-F23CF9C597A9}">
      <dsp:nvSpPr>
        <dsp:cNvPr id="0" name=""/>
        <dsp:cNvSpPr/>
      </dsp:nvSpPr>
      <dsp:spPr>
        <a:xfrm>
          <a:off x="8896926" y="558279"/>
          <a:ext cx="1617389" cy="970433"/>
        </a:xfrm>
        <a:prstGeom prst="rect">
          <a:avLst/>
        </a:prstGeom>
        <a:solidFill>
          <a:schemeClr val="accent2">
            <a:hueOff val="-454801"/>
            <a:satOff val="-26228"/>
            <a:lumOff val="269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Restaurant highlights</a:t>
          </a:r>
        </a:p>
      </dsp:txBody>
      <dsp:txXfrm>
        <a:off x="8896926" y="558279"/>
        <a:ext cx="1617389" cy="970433"/>
      </dsp:txXfrm>
    </dsp:sp>
    <dsp:sp modelId="{AA40BAAE-59F1-4765-B543-6AA441F51421}">
      <dsp:nvSpPr>
        <dsp:cNvPr id="0" name=""/>
        <dsp:cNvSpPr/>
      </dsp:nvSpPr>
      <dsp:spPr>
        <a:xfrm>
          <a:off x="1283" y="1690452"/>
          <a:ext cx="1617389" cy="970433"/>
        </a:xfrm>
        <a:prstGeom prst="rect">
          <a:avLst/>
        </a:prstGeom>
        <a:solidFill>
          <a:schemeClr val="accent2">
            <a:hueOff val="-545761"/>
            <a:satOff val="-31473"/>
            <a:lumOff val="323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LinkedIn</a:t>
          </a:r>
          <a:endParaRPr lang="en-US" sz="1900" kern="1200"/>
        </a:p>
      </dsp:txBody>
      <dsp:txXfrm>
        <a:off x="1283" y="1690452"/>
        <a:ext cx="1617389" cy="970433"/>
      </dsp:txXfrm>
    </dsp:sp>
    <dsp:sp modelId="{47545C2C-611B-4B1E-BFBC-1B299DA43901}">
      <dsp:nvSpPr>
        <dsp:cNvPr id="0" name=""/>
        <dsp:cNvSpPr/>
      </dsp:nvSpPr>
      <dsp:spPr>
        <a:xfrm>
          <a:off x="1780412" y="1690452"/>
          <a:ext cx="1617389" cy="970433"/>
        </a:xfrm>
        <a:prstGeom prst="rect">
          <a:avLst/>
        </a:prstGeom>
        <a:solidFill>
          <a:schemeClr val="accent2">
            <a:hueOff val="-636721"/>
            <a:satOff val="-36718"/>
            <a:lumOff val="377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Brand updates</a:t>
          </a:r>
        </a:p>
      </dsp:txBody>
      <dsp:txXfrm>
        <a:off x="1780412" y="1690452"/>
        <a:ext cx="1617389" cy="970433"/>
      </dsp:txXfrm>
    </dsp:sp>
    <dsp:sp modelId="{5506819E-B4B5-41C2-A9F4-4FCF4ABE4A68}">
      <dsp:nvSpPr>
        <dsp:cNvPr id="0" name=""/>
        <dsp:cNvSpPr/>
      </dsp:nvSpPr>
      <dsp:spPr>
        <a:xfrm>
          <a:off x="3559540" y="1690452"/>
          <a:ext cx="1617389" cy="970433"/>
        </a:xfrm>
        <a:prstGeom prst="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Business partnerships</a:t>
          </a:r>
        </a:p>
      </dsp:txBody>
      <dsp:txXfrm>
        <a:off x="3559540" y="1690452"/>
        <a:ext cx="1617389" cy="970433"/>
      </dsp:txXfrm>
    </dsp:sp>
    <dsp:sp modelId="{8CEF2A9F-DC8B-4C4D-9A44-7AFFA0A2FDB8}">
      <dsp:nvSpPr>
        <dsp:cNvPr id="0" name=""/>
        <dsp:cNvSpPr/>
      </dsp:nvSpPr>
      <dsp:spPr>
        <a:xfrm>
          <a:off x="5338669" y="1690452"/>
          <a:ext cx="1617389" cy="970433"/>
        </a:xfrm>
        <a:prstGeom prst="rect">
          <a:avLst/>
        </a:prstGeom>
        <a:solidFill>
          <a:schemeClr val="accent2">
            <a:hueOff val="-818642"/>
            <a:satOff val="-47210"/>
            <a:lumOff val="48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Company achievements</a:t>
          </a:r>
        </a:p>
      </dsp:txBody>
      <dsp:txXfrm>
        <a:off x="5338669" y="1690452"/>
        <a:ext cx="1617389" cy="970433"/>
      </dsp:txXfrm>
    </dsp:sp>
    <dsp:sp modelId="{3F78CD89-692E-4050-A300-FD6AB58CF8A7}">
      <dsp:nvSpPr>
        <dsp:cNvPr id="0" name=""/>
        <dsp:cNvSpPr/>
      </dsp:nvSpPr>
      <dsp:spPr>
        <a:xfrm>
          <a:off x="7117798" y="1690452"/>
          <a:ext cx="1617389" cy="970433"/>
        </a:xfrm>
        <a:prstGeom prst="rect">
          <a:avLst/>
        </a:prstGeom>
        <a:solidFill>
          <a:schemeClr val="accent2">
            <a:hueOff val="-909602"/>
            <a:satOff val="-52455"/>
            <a:lumOff val="539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YouTube</a:t>
          </a:r>
          <a:endParaRPr lang="en-US" sz="1900" kern="1200"/>
        </a:p>
      </dsp:txBody>
      <dsp:txXfrm>
        <a:off x="7117798" y="1690452"/>
        <a:ext cx="1617389" cy="970433"/>
      </dsp:txXfrm>
    </dsp:sp>
    <dsp:sp modelId="{C424F862-40B2-4574-A60E-05A4F01DB2C1}">
      <dsp:nvSpPr>
        <dsp:cNvPr id="0" name=""/>
        <dsp:cNvSpPr/>
      </dsp:nvSpPr>
      <dsp:spPr>
        <a:xfrm>
          <a:off x="8896926" y="1690452"/>
          <a:ext cx="1617389" cy="970433"/>
        </a:xfrm>
        <a:prstGeom prst="rect">
          <a:avLst/>
        </a:prstGeom>
        <a:solidFill>
          <a:schemeClr val="accent2">
            <a:hueOff val="-1000562"/>
            <a:satOff val="-57701"/>
            <a:lumOff val="593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Short videos showing food experiences</a:t>
          </a:r>
        </a:p>
      </dsp:txBody>
      <dsp:txXfrm>
        <a:off x="8896926" y="1690452"/>
        <a:ext cx="1617389" cy="970433"/>
      </dsp:txXfrm>
    </dsp:sp>
    <dsp:sp modelId="{920A8B59-402F-4D81-96A9-4B0390C15FDA}">
      <dsp:nvSpPr>
        <dsp:cNvPr id="0" name=""/>
        <dsp:cNvSpPr/>
      </dsp:nvSpPr>
      <dsp:spPr>
        <a:xfrm>
          <a:off x="890847" y="2822624"/>
          <a:ext cx="1617389" cy="970433"/>
        </a:xfrm>
        <a:prstGeom prst="rect">
          <a:avLst/>
        </a:prstGeom>
        <a:solidFill>
          <a:schemeClr val="accent2">
            <a:hueOff val="-1091522"/>
            <a:satOff val="-62946"/>
            <a:lumOff val="647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Customer stories</a:t>
          </a:r>
        </a:p>
      </dsp:txBody>
      <dsp:txXfrm>
        <a:off x="890847" y="2822624"/>
        <a:ext cx="1617389" cy="970433"/>
      </dsp:txXfrm>
    </dsp:sp>
    <dsp:sp modelId="{2A78206A-4B67-4611-A516-EEB574BFBEFB}">
      <dsp:nvSpPr>
        <dsp:cNvPr id="0" name=""/>
        <dsp:cNvSpPr/>
      </dsp:nvSpPr>
      <dsp:spPr>
        <a:xfrm>
          <a:off x="2669976" y="2822624"/>
          <a:ext cx="1617389" cy="970433"/>
        </a:xfrm>
        <a:prstGeom prst="rect">
          <a:avLst/>
        </a:prstGeom>
        <a:solidFill>
          <a:schemeClr val="accent2">
            <a:hueOff val="-1182482"/>
            <a:satOff val="-68191"/>
            <a:lumOff val="701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Posting Schedule:</a:t>
          </a:r>
          <a:endParaRPr lang="en-US" sz="1900" kern="1200"/>
        </a:p>
      </dsp:txBody>
      <dsp:txXfrm>
        <a:off x="2669976" y="2822624"/>
        <a:ext cx="1617389" cy="970433"/>
      </dsp:txXfrm>
    </dsp:sp>
    <dsp:sp modelId="{3EC3DF74-2EBC-4EB2-96A5-D3D6E4AEC13B}">
      <dsp:nvSpPr>
        <dsp:cNvPr id="0" name=""/>
        <dsp:cNvSpPr/>
      </dsp:nvSpPr>
      <dsp:spPr>
        <a:xfrm>
          <a:off x="4449105" y="2822624"/>
          <a:ext cx="1617389" cy="970433"/>
        </a:xfrm>
        <a:prstGeom prst="rect">
          <a:avLst/>
        </a:prstGeom>
        <a:solidFill>
          <a:schemeClr val="accent2">
            <a:hueOff val="-1273443"/>
            <a:satOff val="-73437"/>
            <a:lumOff val="754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3–4 posts per week</a:t>
          </a:r>
        </a:p>
      </dsp:txBody>
      <dsp:txXfrm>
        <a:off x="4449105" y="2822624"/>
        <a:ext cx="1617389" cy="970433"/>
      </dsp:txXfrm>
    </dsp:sp>
    <dsp:sp modelId="{9E9A53C5-720B-43A5-9CCD-B4801155EFAD}">
      <dsp:nvSpPr>
        <dsp:cNvPr id="0" name=""/>
        <dsp:cNvSpPr/>
      </dsp:nvSpPr>
      <dsp:spPr>
        <a:xfrm>
          <a:off x="6228233" y="2822624"/>
          <a:ext cx="1617389" cy="970433"/>
        </a:xfrm>
        <a:prstGeom prst="rect">
          <a:avLst/>
        </a:prstGeom>
        <a:solidFill>
          <a:schemeClr val="accent2">
            <a:hueOff val="-1364403"/>
            <a:satOff val="-78683"/>
            <a:lumOff val="808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Daily stories</a:t>
          </a:r>
        </a:p>
      </dsp:txBody>
      <dsp:txXfrm>
        <a:off x="6228233" y="2822624"/>
        <a:ext cx="1617389" cy="970433"/>
      </dsp:txXfrm>
    </dsp:sp>
    <dsp:sp modelId="{6993C543-D0D7-4198-994A-A90CD930898F}">
      <dsp:nvSpPr>
        <dsp:cNvPr id="0" name=""/>
        <dsp:cNvSpPr/>
      </dsp:nvSpPr>
      <dsp:spPr>
        <a:xfrm>
          <a:off x="8007362" y="2822624"/>
          <a:ext cx="1617389" cy="970433"/>
        </a:xfrm>
        <a:prstGeom prst="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Weekend promotional offers</a:t>
          </a:r>
        </a:p>
      </dsp:txBody>
      <dsp:txXfrm>
        <a:off x="8007362" y="2822624"/>
        <a:ext cx="1617389" cy="97043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C96AF1-B06D-442C-A29E-84565C0151C5}">
      <dsp:nvSpPr>
        <dsp:cNvPr id="0" name=""/>
        <dsp:cNvSpPr/>
      </dsp:nvSpPr>
      <dsp:spPr>
        <a:xfrm>
          <a:off x="2669704" y="533944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64480" y="577453"/>
        <a:ext cx="22113" cy="4422"/>
      </dsp:txXfrm>
    </dsp:sp>
    <dsp:sp modelId="{59ACBE1D-4460-4FCE-B313-98A0FCFB9453}">
      <dsp:nvSpPr>
        <dsp:cNvPr id="0" name=""/>
        <dsp:cNvSpPr/>
      </dsp:nvSpPr>
      <dsp:spPr>
        <a:xfrm>
          <a:off x="748607" y="2795"/>
          <a:ext cx="1922896" cy="115373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Content Ideas</a:t>
          </a:r>
          <a:endParaRPr lang="en-US" sz="1600" kern="1200"/>
        </a:p>
      </dsp:txBody>
      <dsp:txXfrm>
        <a:off x="748607" y="2795"/>
        <a:ext cx="1922896" cy="1153737"/>
      </dsp:txXfrm>
    </dsp:sp>
    <dsp:sp modelId="{5DD748D9-C2D4-4A1A-BD03-A34A4FD1D078}">
      <dsp:nvSpPr>
        <dsp:cNvPr id="0" name=""/>
        <dsp:cNvSpPr/>
      </dsp:nvSpPr>
      <dsp:spPr>
        <a:xfrm>
          <a:off x="5034866" y="533944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6350" cap="flat" cmpd="sng" algn="ctr">
          <a:solidFill>
            <a:schemeClr val="accent2">
              <a:hueOff val="-181920"/>
              <a:satOff val="-10491"/>
              <a:lumOff val="1078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9643" y="577453"/>
        <a:ext cx="22113" cy="4422"/>
      </dsp:txXfrm>
    </dsp:sp>
    <dsp:sp modelId="{48879BF6-3492-416A-AF99-BA2F96010E18}">
      <dsp:nvSpPr>
        <dsp:cNvPr id="0" name=""/>
        <dsp:cNvSpPr/>
      </dsp:nvSpPr>
      <dsp:spPr>
        <a:xfrm>
          <a:off x="3113770" y="2795"/>
          <a:ext cx="1922896" cy="1153737"/>
        </a:xfrm>
        <a:prstGeom prst="rect">
          <a:avLst/>
        </a:prstGeom>
        <a:gradFill rotWithShape="0">
          <a:gsLst>
            <a:gs pos="0">
              <a:schemeClr val="accent2">
                <a:hueOff val="-161707"/>
                <a:satOff val="-9325"/>
                <a:lumOff val="95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61707"/>
                <a:satOff val="-9325"/>
                <a:lumOff val="95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61707"/>
                <a:satOff val="-9325"/>
                <a:lumOff val="95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Post 1: Food Reel</a:t>
          </a:r>
          <a:endParaRPr lang="en-US" sz="1600" kern="1200"/>
        </a:p>
      </dsp:txBody>
      <dsp:txXfrm>
        <a:off x="3113770" y="2795"/>
        <a:ext cx="1922896" cy="1153737"/>
      </dsp:txXfrm>
    </dsp:sp>
    <dsp:sp modelId="{E60E0CB0-90FA-4585-AC38-936C55AB16CF}">
      <dsp:nvSpPr>
        <dsp:cNvPr id="0" name=""/>
        <dsp:cNvSpPr/>
      </dsp:nvSpPr>
      <dsp:spPr>
        <a:xfrm>
          <a:off x="7400029" y="533944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6350" cap="flat" cmpd="sng" algn="ctr">
          <a:solidFill>
            <a:schemeClr val="accent2">
              <a:hueOff val="-363841"/>
              <a:satOff val="-20982"/>
              <a:lumOff val="2157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594806" y="577453"/>
        <a:ext cx="22113" cy="4422"/>
      </dsp:txXfrm>
    </dsp:sp>
    <dsp:sp modelId="{9124BC11-8DE0-4987-AF97-13F53FFB2EC8}">
      <dsp:nvSpPr>
        <dsp:cNvPr id="0" name=""/>
        <dsp:cNvSpPr/>
      </dsp:nvSpPr>
      <dsp:spPr>
        <a:xfrm>
          <a:off x="5478933" y="2795"/>
          <a:ext cx="1922896" cy="1153737"/>
        </a:xfrm>
        <a:prstGeom prst="rect">
          <a:avLst/>
        </a:prstGeom>
        <a:gradFill rotWithShape="0">
          <a:gsLst>
            <a:gs pos="0">
              <a:schemeClr val="accent2">
                <a:hueOff val="-323414"/>
                <a:satOff val="-18651"/>
                <a:lumOff val="191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323414"/>
                <a:satOff val="-18651"/>
                <a:lumOff val="191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323414"/>
                <a:satOff val="-18651"/>
                <a:lumOff val="191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Idea:</a:t>
          </a:r>
          <a:r>
            <a:rPr lang="en-US" sz="1600" kern="1200"/>
            <a:t> Show a person ordering food and enjoying it.</a:t>
          </a:r>
        </a:p>
      </dsp:txBody>
      <dsp:txXfrm>
        <a:off x="5478933" y="2795"/>
        <a:ext cx="1922896" cy="1153737"/>
      </dsp:txXfrm>
    </dsp:sp>
    <dsp:sp modelId="{78C3BE2A-1623-47E5-8B55-683E936300F6}">
      <dsp:nvSpPr>
        <dsp:cNvPr id="0" name=""/>
        <dsp:cNvSpPr/>
      </dsp:nvSpPr>
      <dsp:spPr>
        <a:xfrm>
          <a:off x="1710055" y="1154733"/>
          <a:ext cx="7095488" cy="411666"/>
        </a:xfrm>
        <a:custGeom>
          <a:avLst/>
          <a:gdLst/>
          <a:ahLst/>
          <a:cxnLst/>
          <a:rect l="0" t="0" r="0" b="0"/>
          <a:pathLst>
            <a:path>
              <a:moveTo>
                <a:pt x="7095488" y="0"/>
              </a:moveTo>
              <a:lnTo>
                <a:pt x="7095488" y="222933"/>
              </a:lnTo>
              <a:lnTo>
                <a:pt x="0" y="222933"/>
              </a:lnTo>
              <a:lnTo>
                <a:pt x="0" y="411666"/>
              </a:lnTo>
            </a:path>
          </a:pathLst>
        </a:custGeom>
        <a:noFill/>
        <a:ln w="6350" cap="flat" cmpd="sng" algn="ctr">
          <a:solidFill>
            <a:schemeClr val="accent2">
              <a:hueOff val="-545761"/>
              <a:satOff val="-31473"/>
              <a:lumOff val="3235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80068" y="1358355"/>
        <a:ext cx="355462" cy="4422"/>
      </dsp:txXfrm>
    </dsp:sp>
    <dsp:sp modelId="{06BA2210-42E4-4726-86B7-C5F1E3AB4FEF}">
      <dsp:nvSpPr>
        <dsp:cNvPr id="0" name=""/>
        <dsp:cNvSpPr/>
      </dsp:nvSpPr>
      <dsp:spPr>
        <a:xfrm>
          <a:off x="7844095" y="2795"/>
          <a:ext cx="1922896" cy="1153737"/>
        </a:xfrm>
        <a:prstGeom prst="rect">
          <a:avLst/>
        </a:prstGeom>
        <a:gradFill rotWithShape="0">
          <a:gsLst>
            <a:gs pos="0">
              <a:schemeClr val="accent2">
                <a:hueOff val="-485121"/>
                <a:satOff val="-27976"/>
                <a:lumOff val="287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485121"/>
                <a:satOff val="-27976"/>
                <a:lumOff val="287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485121"/>
                <a:satOff val="-27976"/>
                <a:lumOff val="287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Caption:</a:t>
          </a:r>
          <a:br>
            <a:rPr lang="en-US" sz="1600" kern="1200"/>
          </a:br>
          <a:r>
            <a:rPr lang="en-US" sz="1600" kern="1200"/>
            <a:t>“Your favourite food is just one click away! 🍕🍔”</a:t>
          </a:r>
        </a:p>
      </dsp:txBody>
      <dsp:txXfrm>
        <a:off x="7844095" y="2795"/>
        <a:ext cx="1922896" cy="1153737"/>
      </dsp:txXfrm>
    </dsp:sp>
    <dsp:sp modelId="{55B49E11-2CB2-4453-A848-13859C0BF482}">
      <dsp:nvSpPr>
        <dsp:cNvPr id="0" name=""/>
        <dsp:cNvSpPr/>
      </dsp:nvSpPr>
      <dsp:spPr>
        <a:xfrm>
          <a:off x="2669704" y="2129949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6350" cap="flat" cmpd="sng" algn="ctr">
          <a:solidFill>
            <a:schemeClr val="accent2">
              <a:hueOff val="-727682"/>
              <a:satOff val="-41964"/>
              <a:lumOff val="4314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64480" y="2173457"/>
        <a:ext cx="22113" cy="4422"/>
      </dsp:txXfrm>
    </dsp:sp>
    <dsp:sp modelId="{08E21FAA-72E6-4CE3-BFAC-D01AB0382ECC}">
      <dsp:nvSpPr>
        <dsp:cNvPr id="0" name=""/>
        <dsp:cNvSpPr/>
      </dsp:nvSpPr>
      <dsp:spPr>
        <a:xfrm>
          <a:off x="748607" y="1598800"/>
          <a:ext cx="1922896" cy="1153737"/>
        </a:xfrm>
        <a:prstGeom prst="rect">
          <a:avLst/>
        </a:prstGeom>
        <a:gradFill rotWithShape="0">
          <a:gsLst>
            <a:gs pos="0">
              <a:schemeClr val="accent2">
                <a:hueOff val="-646828"/>
                <a:satOff val="-37301"/>
                <a:lumOff val="383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646828"/>
                <a:satOff val="-37301"/>
                <a:lumOff val="383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646828"/>
                <a:satOff val="-37301"/>
                <a:lumOff val="383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Post 2: Customer Experience</a:t>
          </a:r>
          <a:endParaRPr lang="en-US" sz="1600" kern="1200"/>
        </a:p>
      </dsp:txBody>
      <dsp:txXfrm>
        <a:off x="748607" y="1598800"/>
        <a:ext cx="1922896" cy="1153737"/>
      </dsp:txXfrm>
    </dsp:sp>
    <dsp:sp modelId="{F2FEB9D9-ACD5-4FFC-931E-607500E66B7D}">
      <dsp:nvSpPr>
        <dsp:cNvPr id="0" name=""/>
        <dsp:cNvSpPr/>
      </dsp:nvSpPr>
      <dsp:spPr>
        <a:xfrm>
          <a:off x="5034866" y="2129949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6350" cap="flat" cmpd="sng" algn="ctr">
          <a:solidFill>
            <a:schemeClr val="accent2">
              <a:hueOff val="-909602"/>
              <a:satOff val="-52455"/>
              <a:lumOff val="5392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9643" y="2173457"/>
        <a:ext cx="22113" cy="4422"/>
      </dsp:txXfrm>
    </dsp:sp>
    <dsp:sp modelId="{A1721D80-C213-40AC-828E-A96708E92203}">
      <dsp:nvSpPr>
        <dsp:cNvPr id="0" name=""/>
        <dsp:cNvSpPr/>
      </dsp:nvSpPr>
      <dsp:spPr>
        <a:xfrm>
          <a:off x="3113770" y="1598800"/>
          <a:ext cx="1922896" cy="1153737"/>
        </a:xfrm>
        <a:prstGeom prst="rect">
          <a:avLst/>
        </a:prstGeom>
        <a:gradFill rotWithShape="0">
          <a:gsLst>
            <a:gs pos="0">
              <a:schemeClr val="accent2">
                <a:hueOff val="-808535"/>
                <a:satOff val="-46627"/>
                <a:lumOff val="479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808535"/>
                <a:satOff val="-46627"/>
                <a:lumOff val="479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808535"/>
                <a:satOff val="-46627"/>
                <a:lumOff val="479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Idea:</a:t>
          </a:r>
          <a:r>
            <a:rPr lang="en-US" sz="1600" kern="1200"/>
            <a:t> Share customer feedback and reviews.</a:t>
          </a:r>
        </a:p>
      </dsp:txBody>
      <dsp:txXfrm>
        <a:off x="3113770" y="1598800"/>
        <a:ext cx="1922896" cy="1153737"/>
      </dsp:txXfrm>
    </dsp:sp>
    <dsp:sp modelId="{59156331-E6D2-4D6A-AF54-2C020B8DBEBD}">
      <dsp:nvSpPr>
        <dsp:cNvPr id="0" name=""/>
        <dsp:cNvSpPr/>
      </dsp:nvSpPr>
      <dsp:spPr>
        <a:xfrm>
          <a:off x="7400029" y="2129949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6350" cap="flat" cmpd="sng" algn="ctr">
          <a:solidFill>
            <a:schemeClr val="accent2">
              <a:hueOff val="-1091522"/>
              <a:satOff val="-62946"/>
              <a:lumOff val="647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594806" y="2173457"/>
        <a:ext cx="22113" cy="4422"/>
      </dsp:txXfrm>
    </dsp:sp>
    <dsp:sp modelId="{4ADD0705-674E-45B6-A76F-DCDF3BAD33BD}">
      <dsp:nvSpPr>
        <dsp:cNvPr id="0" name=""/>
        <dsp:cNvSpPr/>
      </dsp:nvSpPr>
      <dsp:spPr>
        <a:xfrm>
          <a:off x="5478933" y="1598800"/>
          <a:ext cx="1922896" cy="1153737"/>
        </a:xfrm>
        <a:prstGeom prst="rect">
          <a:avLst/>
        </a:prstGeom>
        <a:gradFill rotWithShape="0">
          <a:gsLst>
            <a:gs pos="0">
              <a:schemeClr val="accent2">
                <a:hueOff val="-970242"/>
                <a:satOff val="-55952"/>
                <a:lumOff val="575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970242"/>
                <a:satOff val="-55952"/>
                <a:lumOff val="575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970242"/>
                <a:satOff val="-55952"/>
                <a:lumOff val="575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Caption:</a:t>
          </a:r>
          <a:br>
            <a:rPr lang="en-US" sz="1600" kern="1200"/>
          </a:br>
          <a:r>
            <a:rPr lang="en-US" sz="1600" kern="1200"/>
            <a:t>“Good food creates happy moments ❤️”</a:t>
          </a:r>
        </a:p>
      </dsp:txBody>
      <dsp:txXfrm>
        <a:off x="5478933" y="1598800"/>
        <a:ext cx="1922896" cy="1153737"/>
      </dsp:txXfrm>
    </dsp:sp>
    <dsp:sp modelId="{FFA0422E-8A32-4B9F-9325-770C59AD7EE1}">
      <dsp:nvSpPr>
        <dsp:cNvPr id="0" name=""/>
        <dsp:cNvSpPr/>
      </dsp:nvSpPr>
      <dsp:spPr>
        <a:xfrm>
          <a:off x="1710055" y="2750737"/>
          <a:ext cx="7095488" cy="411666"/>
        </a:xfrm>
        <a:custGeom>
          <a:avLst/>
          <a:gdLst/>
          <a:ahLst/>
          <a:cxnLst/>
          <a:rect l="0" t="0" r="0" b="0"/>
          <a:pathLst>
            <a:path>
              <a:moveTo>
                <a:pt x="7095488" y="0"/>
              </a:moveTo>
              <a:lnTo>
                <a:pt x="7095488" y="222933"/>
              </a:lnTo>
              <a:lnTo>
                <a:pt x="0" y="222933"/>
              </a:lnTo>
              <a:lnTo>
                <a:pt x="0" y="411666"/>
              </a:lnTo>
            </a:path>
          </a:pathLst>
        </a:custGeom>
        <a:noFill/>
        <a:ln w="6350" cap="flat" cmpd="sng" algn="ctr">
          <a:solidFill>
            <a:schemeClr val="accent2">
              <a:hueOff val="-1273443"/>
              <a:satOff val="-73437"/>
              <a:lumOff val="7549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80068" y="2954359"/>
        <a:ext cx="355462" cy="4422"/>
      </dsp:txXfrm>
    </dsp:sp>
    <dsp:sp modelId="{9F6D72D0-E2CA-481E-B3FB-4B7507005355}">
      <dsp:nvSpPr>
        <dsp:cNvPr id="0" name=""/>
        <dsp:cNvSpPr/>
      </dsp:nvSpPr>
      <dsp:spPr>
        <a:xfrm>
          <a:off x="7844095" y="1598800"/>
          <a:ext cx="1922896" cy="1153737"/>
        </a:xfrm>
        <a:prstGeom prst="rect">
          <a:avLst/>
        </a:prstGeom>
        <a:gradFill rotWithShape="0">
          <a:gsLst>
            <a:gs pos="0">
              <a:schemeClr val="accent2">
                <a:hueOff val="-1131949"/>
                <a:satOff val="-65277"/>
                <a:lumOff val="671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131949"/>
                <a:satOff val="-65277"/>
                <a:lumOff val="671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131949"/>
                <a:satOff val="-65277"/>
                <a:lumOff val="671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Post 3: Offer Campaign</a:t>
          </a:r>
          <a:endParaRPr lang="en-US" sz="1600" kern="1200"/>
        </a:p>
      </dsp:txBody>
      <dsp:txXfrm>
        <a:off x="7844095" y="1598800"/>
        <a:ext cx="1922896" cy="1153737"/>
      </dsp:txXfrm>
    </dsp:sp>
    <dsp:sp modelId="{9E988583-C029-46B3-ABB2-9535117C889C}">
      <dsp:nvSpPr>
        <dsp:cNvPr id="0" name=""/>
        <dsp:cNvSpPr/>
      </dsp:nvSpPr>
      <dsp:spPr>
        <a:xfrm>
          <a:off x="2669704" y="3725953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635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64480" y="3769461"/>
        <a:ext cx="22113" cy="4422"/>
      </dsp:txXfrm>
    </dsp:sp>
    <dsp:sp modelId="{830EA063-F03D-49B7-8F00-67AE496E14C6}">
      <dsp:nvSpPr>
        <dsp:cNvPr id="0" name=""/>
        <dsp:cNvSpPr/>
      </dsp:nvSpPr>
      <dsp:spPr>
        <a:xfrm>
          <a:off x="748607" y="3194804"/>
          <a:ext cx="1922896" cy="1153737"/>
        </a:xfrm>
        <a:prstGeom prst="rect">
          <a:avLst/>
        </a:prstGeom>
        <a:gradFill rotWithShape="0">
          <a:gsLst>
            <a:gs pos="0">
              <a:schemeClr val="accent2">
                <a:hueOff val="-1293656"/>
                <a:satOff val="-74603"/>
                <a:lumOff val="766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293656"/>
                <a:satOff val="-74603"/>
                <a:lumOff val="766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293656"/>
                <a:satOff val="-74603"/>
                <a:lumOff val="766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Idea:</a:t>
          </a:r>
          <a:r>
            <a:rPr lang="en-US" sz="1600" kern="1200"/>
            <a:t> Weekend discount promotion.</a:t>
          </a:r>
        </a:p>
      </dsp:txBody>
      <dsp:txXfrm>
        <a:off x="748607" y="3194804"/>
        <a:ext cx="1922896" cy="1153737"/>
      </dsp:txXfrm>
    </dsp:sp>
    <dsp:sp modelId="{DD529B46-4E4D-487D-BA4C-0EC1CD696EE1}">
      <dsp:nvSpPr>
        <dsp:cNvPr id="0" name=""/>
        <dsp:cNvSpPr/>
      </dsp:nvSpPr>
      <dsp:spPr>
        <a:xfrm>
          <a:off x="3113770" y="3194804"/>
          <a:ext cx="1922896" cy="1153737"/>
        </a:xfrm>
        <a:prstGeom prst="rect">
          <a:avLst/>
        </a:prstGeom>
        <a:gradFill rotWithShape="0">
          <a:gsLst>
            <a:gs pos="0">
              <a:schemeClr val="accent2">
                <a:hueOff val="-1455363"/>
                <a:satOff val="-83928"/>
                <a:lumOff val="862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455363"/>
                <a:satOff val="-83928"/>
                <a:lumOff val="862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455363"/>
                <a:satOff val="-83928"/>
                <a:lumOff val="862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Caption:</a:t>
          </a:r>
          <a:br>
            <a:rPr lang="en-US" sz="1600" kern="1200"/>
          </a:br>
          <a:r>
            <a:rPr lang="en-US" sz="1600" kern="1200"/>
            <a:t>“Weekend cravings? Get your favourite meals delivered!”</a:t>
          </a:r>
        </a:p>
      </dsp:txBody>
      <dsp:txXfrm>
        <a:off x="3113770" y="3194804"/>
        <a:ext cx="1922896" cy="115373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90D1F4-CB7F-4A37-AC82-3CD056EBDDEC}">
      <dsp:nvSpPr>
        <dsp:cNvPr id="0" name=""/>
        <dsp:cNvSpPr/>
      </dsp:nvSpPr>
      <dsp:spPr>
        <a:xfrm>
          <a:off x="438504" y="1295266"/>
          <a:ext cx="715078" cy="71507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719282-D71E-4B45-A751-9B821B5C8510}">
      <dsp:nvSpPr>
        <dsp:cNvPr id="0" name=""/>
        <dsp:cNvSpPr/>
      </dsp:nvSpPr>
      <dsp:spPr>
        <a:xfrm>
          <a:off x="1512" y="2261913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Advertisement Strategy</a:t>
          </a:r>
          <a:endParaRPr lang="en-US" sz="1500" kern="1200"/>
        </a:p>
      </dsp:txBody>
      <dsp:txXfrm>
        <a:off x="1512" y="2261913"/>
        <a:ext cx="1589062" cy="635625"/>
      </dsp:txXfrm>
    </dsp:sp>
    <dsp:sp modelId="{CF08DFA5-C78F-4016-B5F9-DCCBF02A2A3F}">
      <dsp:nvSpPr>
        <dsp:cNvPr id="0" name=""/>
        <dsp:cNvSpPr/>
      </dsp:nvSpPr>
      <dsp:spPr>
        <a:xfrm>
          <a:off x="2305652" y="1295266"/>
          <a:ext cx="715078" cy="71507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37DB3E-585B-46DE-A54B-9F5C7C21710C}">
      <dsp:nvSpPr>
        <dsp:cNvPr id="0" name=""/>
        <dsp:cNvSpPr/>
      </dsp:nvSpPr>
      <dsp:spPr>
        <a:xfrm>
          <a:off x="1868660" y="2261913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Run Instagram and Facebook ads.</a:t>
          </a:r>
        </a:p>
      </dsp:txBody>
      <dsp:txXfrm>
        <a:off x="1868660" y="2261913"/>
        <a:ext cx="1589062" cy="635625"/>
      </dsp:txXfrm>
    </dsp:sp>
    <dsp:sp modelId="{ABB8E6EA-98BA-4671-BAD7-01AF49691B31}">
      <dsp:nvSpPr>
        <dsp:cNvPr id="0" name=""/>
        <dsp:cNvSpPr/>
      </dsp:nvSpPr>
      <dsp:spPr>
        <a:xfrm>
          <a:off x="4172801" y="1295266"/>
          <a:ext cx="715078" cy="71507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E37C67-8F62-4EFC-B175-596F96D68AEC}">
      <dsp:nvSpPr>
        <dsp:cNvPr id="0" name=""/>
        <dsp:cNvSpPr/>
      </dsp:nvSpPr>
      <dsp:spPr>
        <a:xfrm>
          <a:off x="3735809" y="2261913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Use food-related videos and attractive visuals.</a:t>
          </a:r>
        </a:p>
      </dsp:txBody>
      <dsp:txXfrm>
        <a:off x="3735809" y="2261913"/>
        <a:ext cx="1589062" cy="635625"/>
      </dsp:txXfrm>
    </dsp:sp>
    <dsp:sp modelId="{F8F444F6-F4E5-49F0-ADAE-992A60DD6A79}">
      <dsp:nvSpPr>
        <dsp:cNvPr id="0" name=""/>
        <dsp:cNvSpPr/>
      </dsp:nvSpPr>
      <dsp:spPr>
        <a:xfrm>
          <a:off x="6039949" y="1295266"/>
          <a:ext cx="715078" cy="71507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47B26F-1672-4B6E-AD23-8294AEA814F4}">
      <dsp:nvSpPr>
        <dsp:cNvPr id="0" name=""/>
        <dsp:cNvSpPr/>
      </dsp:nvSpPr>
      <dsp:spPr>
        <a:xfrm>
          <a:off x="5602957" y="2261913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Promote discounts and special offers.</a:t>
          </a:r>
        </a:p>
      </dsp:txBody>
      <dsp:txXfrm>
        <a:off x="5602957" y="2261913"/>
        <a:ext cx="1589062" cy="635625"/>
      </dsp:txXfrm>
    </dsp:sp>
    <dsp:sp modelId="{5B6628C8-AECE-461E-8AA7-D2EBA2008A71}">
      <dsp:nvSpPr>
        <dsp:cNvPr id="0" name=""/>
        <dsp:cNvSpPr/>
      </dsp:nvSpPr>
      <dsp:spPr>
        <a:xfrm>
          <a:off x="7907098" y="1295266"/>
          <a:ext cx="715078" cy="71507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D067B7-73D1-4998-ADF5-23589A34FCF0}">
      <dsp:nvSpPr>
        <dsp:cNvPr id="0" name=""/>
        <dsp:cNvSpPr/>
      </dsp:nvSpPr>
      <dsp:spPr>
        <a:xfrm>
          <a:off x="7470105" y="2261913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Collaborate with food influencers.</a:t>
          </a:r>
        </a:p>
      </dsp:txBody>
      <dsp:txXfrm>
        <a:off x="7470105" y="2261913"/>
        <a:ext cx="1589062" cy="635625"/>
      </dsp:txXfrm>
    </dsp:sp>
    <dsp:sp modelId="{78EE8221-7E44-428E-88F0-EC5A711E1FF6}">
      <dsp:nvSpPr>
        <dsp:cNvPr id="0" name=""/>
        <dsp:cNvSpPr/>
      </dsp:nvSpPr>
      <dsp:spPr>
        <a:xfrm>
          <a:off x="9774246" y="1295266"/>
          <a:ext cx="715078" cy="71507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CB5E24-C076-4B0C-83DF-E0C488C70273}">
      <dsp:nvSpPr>
        <dsp:cNvPr id="0" name=""/>
        <dsp:cNvSpPr/>
      </dsp:nvSpPr>
      <dsp:spPr>
        <a:xfrm>
          <a:off x="9337254" y="2261913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Target users based on location and interests.</a:t>
          </a:r>
        </a:p>
      </dsp:txBody>
      <dsp:txXfrm>
        <a:off x="9337254" y="2261913"/>
        <a:ext cx="1589062" cy="63562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87B604-1DE3-4FCD-89B1-4371C7DF8F07}">
      <dsp:nvSpPr>
        <dsp:cNvPr id="0" name=""/>
        <dsp:cNvSpPr/>
      </dsp:nvSpPr>
      <dsp:spPr>
        <a:xfrm>
          <a:off x="421398" y="1395177"/>
          <a:ext cx="688183" cy="68818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9E6D4C-FB65-422D-9FEE-47CD20C151A4}">
      <dsp:nvSpPr>
        <dsp:cNvPr id="0" name=""/>
        <dsp:cNvSpPr/>
      </dsp:nvSpPr>
      <dsp:spPr>
        <a:xfrm>
          <a:off x="841" y="2344441"/>
          <a:ext cx="1529296" cy="611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Expected Results</a:t>
          </a:r>
          <a:endParaRPr lang="en-US" sz="1700" kern="1200"/>
        </a:p>
      </dsp:txBody>
      <dsp:txXfrm>
        <a:off x="841" y="2344441"/>
        <a:ext cx="1529296" cy="611718"/>
      </dsp:txXfrm>
    </dsp:sp>
    <dsp:sp modelId="{E3C0DF8F-86EE-4B3B-85F4-4DB3DA40CD7B}">
      <dsp:nvSpPr>
        <dsp:cNvPr id="0" name=""/>
        <dsp:cNvSpPr/>
      </dsp:nvSpPr>
      <dsp:spPr>
        <a:xfrm>
          <a:off x="2218322" y="1395177"/>
          <a:ext cx="688183" cy="68818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A11EF2-A3C3-4565-9616-A5CB8E796BD3}">
      <dsp:nvSpPr>
        <dsp:cNvPr id="0" name=""/>
        <dsp:cNvSpPr/>
      </dsp:nvSpPr>
      <dsp:spPr>
        <a:xfrm>
          <a:off x="1797765" y="2344441"/>
          <a:ext cx="1529296" cy="611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Increase brand awareness.</a:t>
          </a:r>
        </a:p>
      </dsp:txBody>
      <dsp:txXfrm>
        <a:off x="1797765" y="2344441"/>
        <a:ext cx="1529296" cy="611718"/>
      </dsp:txXfrm>
    </dsp:sp>
    <dsp:sp modelId="{03F2B5C3-C438-4B1F-B0EE-04E491A9B447}">
      <dsp:nvSpPr>
        <dsp:cNvPr id="0" name=""/>
        <dsp:cNvSpPr/>
      </dsp:nvSpPr>
      <dsp:spPr>
        <a:xfrm>
          <a:off x="4015246" y="1395177"/>
          <a:ext cx="688183" cy="68818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53D41A-439B-46E9-8EEE-9FE6C8CC2FB0}">
      <dsp:nvSpPr>
        <dsp:cNvPr id="0" name=""/>
        <dsp:cNvSpPr/>
      </dsp:nvSpPr>
      <dsp:spPr>
        <a:xfrm>
          <a:off x="3594689" y="2344441"/>
          <a:ext cx="1529296" cy="611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More app downloads.</a:t>
          </a:r>
        </a:p>
      </dsp:txBody>
      <dsp:txXfrm>
        <a:off x="3594689" y="2344441"/>
        <a:ext cx="1529296" cy="611718"/>
      </dsp:txXfrm>
    </dsp:sp>
    <dsp:sp modelId="{FAB03112-85C4-4531-A8FC-D12F294DDB35}">
      <dsp:nvSpPr>
        <dsp:cNvPr id="0" name=""/>
        <dsp:cNvSpPr/>
      </dsp:nvSpPr>
      <dsp:spPr>
        <a:xfrm>
          <a:off x="5812170" y="1395177"/>
          <a:ext cx="688183" cy="68818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81EB7A-4E5A-43A6-AE4E-3BE2E4DF3949}">
      <dsp:nvSpPr>
        <dsp:cNvPr id="0" name=""/>
        <dsp:cNvSpPr/>
      </dsp:nvSpPr>
      <dsp:spPr>
        <a:xfrm>
          <a:off x="5391613" y="2344441"/>
          <a:ext cx="1529296" cy="611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Higher customer engagement.</a:t>
          </a:r>
        </a:p>
      </dsp:txBody>
      <dsp:txXfrm>
        <a:off x="5391613" y="2344441"/>
        <a:ext cx="1529296" cy="611718"/>
      </dsp:txXfrm>
    </dsp:sp>
    <dsp:sp modelId="{4EA81076-51F3-4634-BB79-F528B57C28D2}">
      <dsp:nvSpPr>
        <dsp:cNvPr id="0" name=""/>
        <dsp:cNvSpPr/>
      </dsp:nvSpPr>
      <dsp:spPr>
        <a:xfrm>
          <a:off x="7609093" y="1395177"/>
          <a:ext cx="688183" cy="68818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E04BB6-A314-4924-BB6D-50EDD2B942AE}">
      <dsp:nvSpPr>
        <dsp:cNvPr id="0" name=""/>
        <dsp:cNvSpPr/>
      </dsp:nvSpPr>
      <dsp:spPr>
        <a:xfrm>
          <a:off x="7188537" y="2344441"/>
          <a:ext cx="1529296" cy="611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Increased food orders.</a:t>
          </a:r>
        </a:p>
      </dsp:txBody>
      <dsp:txXfrm>
        <a:off x="7188537" y="2344441"/>
        <a:ext cx="1529296" cy="611718"/>
      </dsp:txXfrm>
    </dsp:sp>
    <dsp:sp modelId="{A0502309-E758-44CB-BF23-31530EE7AD2A}">
      <dsp:nvSpPr>
        <dsp:cNvPr id="0" name=""/>
        <dsp:cNvSpPr/>
      </dsp:nvSpPr>
      <dsp:spPr>
        <a:xfrm>
          <a:off x="9406017" y="1395177"/>
          <a:ext cx="688183" cy="68818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8151E7-2189-482A-BB92-E8E48D285655}">
      <dsp:nvSpPr>
        <dsp:cNvPr id="0" name=""/>
        <dsp:cNvSpPr/>
      </dsp:nvSpPr>
      <dsp:spPr>
        <a:xfrm>
          <a:off x="8985461" y="2344441"/>
          <a:ext cx="1529296" cy="611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Better customer loyalty.</a:t>
          </a:r>
        </a:p>
      </dsp:txBody>
      <dsp:txXfrm>
        <a:off x="8985461" y="2344441"/>
        <a:ext cx="1529296" cy="6117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2EAC5-EE7F-5995-1372-C5281BBA65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483380-6044-13FA-F253-5C0E312147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7DAFC-8024-A4C3-4B96-5C6D89021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1BE00-0626-49D8-8EFB-4185DAC956DB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D2CABC-5919-8FA4-33A2-456B47C4C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C568C7-3E68-2A45-4F03-C74074A9E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37F52-2A3A-4508-B0D8-A51115B2D1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924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E29B8-54CD-374C-EDFE-322F95C3B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25FB1-73DF-D197-428B-6202989F8A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193C03-7AD8-D69C-1E8C-FBDFE0AB3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1BE00-0626-49D8-8EFB-4185DAC956DB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F71374-231F-604B-1362-6D3E6FE40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FC17C6-830D-8CFC-2ED8-B20C17A08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37F52-2A3A-4508-B0D8-A51115B2D1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636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E6EFF-D8B2-2022-0B17-197B8DFB9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612B84-43D5-95FF-DCBC-17568B141D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F61FB-284B-1FDE-9CD4-4A915DB9F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1BE00-0626-49D8-8EFB-4185DAC956DB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EC38D4-08A1-4C3F-1EAA-9877AFCB9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18D402-EF15-4E93-6C44-E9ADF3EA3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37F52-2A3A-4508-B0D8-A51115B2D1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618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4F18A-8FD6-A042-AA65-87860FC3F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B993B-CB74-9F30-BDC7-2BBA38ABE7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8BACF3-1AC6-9A29-8F34-7971859999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1F2D7C-A40B-EC17-F283-6ACFC0882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1BE00-0626-49D8-8EFB-4185DAC956DB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CAA2B2-4A7A-E4E8-ABE6-5C23F5F5E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5DAFA9-AD0B-320D-67B1-6FE3E8B81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37F52-2A3A-4508-B0D8-A51115B2D1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201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091D2-97F8-1374-7846-79392C085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BA262B-1B5B-FF22-59CA-04FFCD03F9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747B59-B51D-0CF0-3281-BBD4FFF560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EA422E-8469-945F-74B3-FCE8C0B612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62E055-C130-0539-FE09-37027B5D0A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AE8827-7DAA-F534-F4D1-078E1158C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1BE00-0626-49D8-8EFB-4185DAC956DB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5537B0-609A-0265-DD22-3731792BF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811D76-D89D-9344-4076-A1D7F17F8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37F52-2A3A-4508-B0D8-A51115B2D1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283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FD702-3DC4-EE6B-5BD8-FBF3D043E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66F7FE-0BE0-935A-D0C8-BF4C66F57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1BE00-0626-49D8-8EFB-4185DAC956DB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6E6412-ED1B-42F0-3383-E90A92F96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59FAA0-8F60-3C92-4299-BFB62B600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37F52-2A3A-4508-B0D8-A51115B2D1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293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119D8F-9D88-126D-973D-FD5FD6DC9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1BE00-0626-49D8-8EFB-4185DAC956DB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CBC5D4-1D9C-EE89-FB72-1C1BB17AC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117320-818D-BB2B-2494-B833C9C3A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37F52-2A3A-4508-B0D8-A51115B2D1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030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A6276-9D95-88B9-877C-4403A9485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D9BF8-FB45-32E6-EF9D-E09AD48886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A9BD12-2109-93B4-43BF-D0FAAF38FC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1E475D-5D3A-AF9D-CE9E-F86E2F15B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1BE00-0626-49D8-8EFB-4185DAC956DB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36E064-7302-7ACB-273F-4F0D8886C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652C6C-06A7-240E-F2BD-3A2214B36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37F52-2A3A-4508-B0D8-A51115B2D1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865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222BF-BDCF-127F-1946-D74ABE01E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03692D-6F48-A636-07C4-E160A37213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6838B1-B9AC-3EB6-6370-4E8BAA2BB0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4FE2B2-D658-036C-F448-B5072BD7B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1BE00-0626-49D8-8EFB-4185DAC956DB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356AFA-7887-2040-0647-CF2D8CA65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770CAE-9C58-5900-9967-811DB87FE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37F52-2A3A-4508-B0D8-A51115B2D1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057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30CE6-B9D3-FE4E-2DE5-CEF09326F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13E61E-2E0F-AA57-1EEB-30C96F4957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DFE49E-E561-645A-32A7-C4732296A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1BE00-0626-49D8-8EFB-4185DAC956DB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E0F0F4-70F2-1428-A3C0-D1A624FFC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68BB02-4035-7706-CFB7-EB203F9BF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37F52-2A3A-4508-B0D8-A51115B2D1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835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BAC671-A1CB-1142-CA7F-B96735B8C2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BB160F-8FDD-DC49-F9EC-CB35EDFCB4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4201B6-FC18-715F-C023-73A1F26A2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1BE00-0626-49D8-8EFB-4185DAC956DB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29C83-9BB9-D01D-D1DB-EF675E01A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5CC8EF-7BEE-E476-2C24-C598BD882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37F52-2A3A-4508-B0D8-A51115B2D1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153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FED5B8-9921-0C99-E70A-DACDFA8F7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A4D505-B6B2-8113-EBE8-47A8680041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DDE2F8-E717-7A4B-10AC-272F1098BF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A1BE00-0626-49D8-8EFB-4185DAC956DB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238511-4982-08B2-FA90-645F6761F0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8FF48E-4012-EBD0-7E63-1B7ED34A43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A37F52-2A3A-4508-B0D8-A51115B2D1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692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Fruits and vegetables in bags">
            <a:extLst>
              <a:ext uri="{FF2B5EF4-FFF2-40B4-BE49-F238E27FC236}">
                <a16:creationId xmlns:a16="http://schemas.microsoft.com/office/drawing/2014/main" id="{4E18A732-02C8-6C82-5666-1C38194FD1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142" r="6485" b="-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662C19A-B8B8-300B-B03E-3D8A5858ECC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477980" y="225117"/>
            <a:ext cx="6619506" cy="410138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b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i="1" dirty="0">
                <a:solidFill>
                  <a:schemeClr val="bg1"/>
                </a:solidFill>
                <a:latin typeface="Arial" panose="020B0604020202020204" pitchFamily="34" charset="0"/>
              </a:rPr>
              <a:t>M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ARKETING CAMPAIGN DESIGN</a:t>
            </a:r>
            <a:b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Product: Zomato Food Delivery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Campaign: </a:t>
            </a:r>
            <a:r>
              <a:rPr kumimoji="0" lang="en-US" altLang="en-US" sz="32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Food at Your Fingertips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984C86-7B3F-6ABD-31C8-2B02FBC9BD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 fontScale="92500" lnSpcReduction="10000"/>
          </a:bodyPr>
          <a:lstStyle/>
          <a:p>
            <a:pPr lvl="0" algn="l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900" dirty="0">
                <a:solidFill>
                  <a:schemeClr val="bg1"/>
                </a:solidFill>
              </a:rPr>
              <a:t>Presented by:</a:t>
            </a:r>
          </a:p>
          <a:p>
            <a:pPr lvl="0" algn="l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900" dirty="0">
                <a:solidFill>
                  <a:schemeClr val="bg1"/>
                </a:solidFill>
              </a:rPr>
              <a:t>G Pradeep</a:t>
            </a:r>
          </a:p>
          <a:p>
            <a:pPr lvl="0" algn="l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900" dirty="0">
                <a:solidFill>
                  <a:schemeClr val="bg1"/>
                </a:solidFill>
              </a:rPr>
              <a:t>CSE</a:t>
            </a:r>
          </a:p>
          <a:p>
            <a:pPr lvl="0" algn="l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900" dirty="0">
                <a:solidFill>
                  <a:schemeClr val="bg1"/>
                </a:solidFill>
              </a:rPr>
              <a:t>June 2026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1402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AA10C87-EEF4-56CB-B641-C6E4414C22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57363FD-7E77-4145-9483-331A807A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6802" cy="6858000"/>
          </a:xfrm>
          <a:prstGeom prst="rect">
            <a:avLst/>
          </a:prstGeom>
          <a:gradFill flip="none" rotWithShape="1">
            <a:gsLst>
              <a:gs pos="28000">
                <a:schemeClr val="bg2">
                  <a:alpha val="84000"/>
                </a:schemeClr>
              </a:gs>
              <a:gs pos="74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A4C72E8-27AD-77D1-F98F-6E9CA78F16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704550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9733536D-9E4F-6219-ADE8-2C09FD2EDB9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3914" y="3062904"/>
            <a:ext cx="4125686" cy="2924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7188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7C3CCBC-6614-C479-3716-6C42ECCCC69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3479" b="1225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307BC9E-3CE3-FCAD-AA0B-77323BE175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030224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69723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77CE22E-D188-1782-E8E7-C53B3C0F170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21329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57F688E-4F0A-5E92-AA79-D640861DE4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267745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493780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28FCEAF7-7C6F-630E-0F26-058A99605F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1773193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283441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BFA8AE2-FCF8-EE8E-98CA-5A18B0DAE1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3564" y="348865"/>
            <a:ext cx="9718111" cy="157644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4000" b="1" i="0" u="none" strike="noStrike" kern="1200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Budget Estimate</a:t>
            </a:r>
          </a:p>
          <a:p>
            <a:pPr marL="0" marR="0" lvl="0" indent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4000" b="1" i="0" u="none" strike="noStrike" kern="1200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Total Budget: ₹70,000</a:t>
            </a:r>
            <a:endParaRPr kumimoji="0" lang="en-US" altLang="en-US" sz="4000" b="0" i="0" u="none" strike="noStrike" kern="1200" cap="none" normalizeH="0" baseline="0">
              <a:ln>
                <a:noFill/>
              </a:ln>
              <a:solidFill>
                <a:srgbClr val="FFFFFF"/>
              </a:solidFill>
              <a:effectLst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9E64A9A-E5B0-9D53-02DE-A47BC0C6DE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10563317"/>
              </p:ext>
            </p:extLst>
          </p:nvPr>
        </p:nvGraphicFramePr>
        <p:xfrm>
          <a:off x="644056" y="2964849"/>
          <a:ext cx="10927829" cy="2991670"/>
        </p:xfrm>
        <a:graphic>
          <a:graphicData uri="http://schemas.openxmlformats.org/drawingml/2006/table">
            <a:tbl>
              <a:tblPr/>
              <a:tblGrid>
                <a:gridCol w="5830620">
                  <a:extLst>
                    <a:ext uri="{9D8B030D-6E8A-4147-A177-3AD203B41FA5}">
                      <a16:colId xmlns:a16="http://schemas.microsoft.com/office/drawing/2014/main" val="2013795192"/>
                    </a:ext>
                  </a:extLst>
                </a:gridCol>
                <a:gridCol w="5097209">
                  <a:extLst>
                    <a:ext uri="{9D8B030D-6E8A-4147-A177-3AD203B41FA5}">
                      <a16:colId xmlns:a16="http://schemas.microsoft.com/office/drawing/2014/main" val="368007686"/>
                    </a:ext>
                  </a:extLst>
                </a:gridCol>
              </a:tblGrid>
              <a:tr h="59833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700" b="0" i="0" u="none" strike="noStrike">
                          <a:effectLst/>
                          <a:latin typeface="Arial" panose="020B0604020202020204" pitchFamily="34" charset="0"/>
                        </a:rPr>
                        <a:t>Activity</a:t>
                      </a:r>
                    </a:p>
                  </a:txBody>
                  <a:tcPr marL="135985" marR="135985" marT="67992" marB="679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700" b="0" i="0" u="none" strike="noStrike" dirty="0">
                          <a:effectLst/>
                          <a:latin typeface="Arial" panose="020B0604020202020204" pitchFamily="34" charset="0"/>
                        </a:rPr>
                        <a:t>Estimated Budget</a:t>
                      </a:r>
                    </a:p>
                  </a:txBody>
                  <a:tcPr marL="135985" marR="135985" marT="67992" marB="679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4935330"/>
                  </a:ext>
                </a:extLst>
              </a:tr>
              <a:tr h="59833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700" b="0" i="0" u="none" strike="noStrike">
                          <a:effectLst/>
                          <a:latin typeface="Arial" panose="020B0604020202020204" pitchFamily="34" charset="0"/>
                        </a:rPr>
                        <a:t>Social Media Ads</a:t>
                      </a:r>
                    </a:p>
                  </a:txBody>
                  <a:tcPr marL="135985" marR="135985" marT="67992" marB="679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700" b="0" i="0" u="none" strike="noStrike">
                          <a:effectLst/>
                          <a:latin typeface="Arial" panose="020B0604020202020204" pitchFamily="34" charset="0"/>
                        </a:rPr>
                        <a:t>₹20,000</a:t>
                      </a:r>
                    </a:p>
                  </a:txBody>
                  <a:tcPr marL="135985" marR="135985" marT="67992" marB="679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900651"/>
                  </a:ext>
                </a:extLst>
              </a:tr>
              <a:tr h="59833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700" b="0" i="0" u="none" strike="noStrike">
                          <a:effectLst/>
                          <a:latin typeface="Arial" panose="020B0604020202020204" pitchFamily="34" charset="0"/>
                        </a:rPr>
                        <a:t>Influencer Promotion</a:t>
                      </a:r>
                    </a:p>
                  </a:txBody>
                  <a:tcPr marL="135985" marR="135985" marT="67992" marB="679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700" b="0" i="0" u="none" strike="noStrike">
                          <a:effectLst/>
                          <a:latin typeface="Arial" panose="020B0604020202020204" pitchFamily="34" charset="0"/>
                        </a:rPr>
                        <a:t>₹15,000</a:t>
                      </a:r>
                    </a:p>
                  </a:txBody>
                  <a:tcPr marL="135985" marR="135985" marT="67992" marB="679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6408989"/>
                  </a:ext>
                </a:extLst>
              </a:tr>
              <a:tr h="59833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700" b="0" i="0" u="none" strike="noStrike">
                          <a:effectLst/>
                          <a:latin typeface="Arial" panose="020B0604020202020204" pitchFamily="34" charset="0"/>
                        </a:rPr>
                        <a:t>Content Creation</a:t>
                      </a:r>
                    </a:p>
                  </a:txBody>
                  <a:tcPr marL="135985" marR="135985" marT="67992" marB="679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700" b="0" i="0" u="none" strike="noStrike">
                          <a:effectLst/>
                          <a:latin typeface="Arial" panose="020B0604020202020204" pitchFamily="34" charset="0"/>
                        </a:rPr>
                        <a:t>₹10,000</a:t>
                      </a:r>
                    </a:p>
                  </a:txBody>
                  <a:tcPr marL="135985" marR="135985" marT="67992" marB="679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274958"/>
                  </a:ext>
                </a:extLst>
              </a:tr>
              <a:tr h="59833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700" b="0" i="0" u="none" strike="noStrike">
                          <a:effectLst/>
                          <a:latin typeface="Arial" panose="020B0604020202020204" pitchFamily="34" charset="0"/>
                        </a:rPr>
                        <a:t>Offers &amp; Promotions</a:t>
                      </a:r>
                    </a:p>
                  </a:txBody>
                  <a:tcPr marL="135985" marR="135985" marT="67992" marB="679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700" b="0" i="0" u="none" strike="noStrike" dirty="0">
                          <a:effectLst/>
                          <a:latin typeface="Arial" panose="020B0604020202020204" pitchFamily="34" charset="0"/>
                        </a:rPr>
                        <a:t>₹25,000</a:t>
                      </a:r>
                    </a:p>
                  </a:txBody>
                  <a:tcPr marL="135985" marR="135985" marT="67992" marB="679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72845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4233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CFC0720-754F-8775-5852-8A844AC1924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854DC5A6-569C-0EBA-AC73-4BC712D93E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330707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198482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Arc 25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CAF151A6-35F0-9ECE-8B4A-D1935E846E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b="1"/>
              <a:t>Conclusion</a:t>
            </a:r>
          </a:p>
          <a:p>
            <a:r>
              <a:rPr lang="en-US"/>
              <a:t>The “Food at Your Fingertips” campaign helps Zomato connect with customers through creative content, social media marketing, and promotional strategies. This campaign can improve engagement and strengthen the brand image.</a:t>
            </a:r>
          </a:p>
        </p:txBody>
      </p:sp>
    </p:spTree>
    <p:extLst>
      <p:ext uri="{BB962C8B-B14F-4D97-AF65-F5344CB8AC3E}">
        <p14:creationId xmlns:p14="http://schemas.microsoft.com/office/powerpoint/2010/main" val="11682546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93B4D24-F4A8-4141-A20A-E0575D1996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2">
              <a:tint val="95000"/>
              <a:satMod val="1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Meiryo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845573F-F83A-4A47-B94A-2E6465F111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66883" y="557880"/>
            <a:ext cx="3458235" cy="2959687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noFill/>
          <a:ln w="19050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3E9CA91-0E2B-49CD-A0F6-2EA79F02F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07954" y="676385"/>
            <a:ext cx="3236724" cy="2678356"/>
          </a:xfrm>
          <a:custGeom>
            <a:avLst/>
            <a:gdLst>
              <a:gd name="connsiteX0" fmla="*/ 1852211 w 3236724"/>
              <a:gd name="connsiteY0" fmla="*/ 0 h 2678356"/>
              <a:gd name="connsiteX1" fmla="*/ 1852285 w 3236724"/>
              <a:gd name="connsiteY1" fmla="*/ 3 h 2678356"/>
              <a:gd name="connsiteX2" fmla="*/ 1852359 w 3236724"/>
              <a:gd name="connsiteY2" fmla="*/ 0 h 2678356"/>
              <a:gd name="connsiteX3" fmla="*/ 2434596 w 3236724"/>
              <a:gd name="connsiteY3" fmla="*/ 106974 h 2678356"/>
              <a:gd name="connsiteX4" fmla="*/ 2859238 w 3236724"/>
              <a:gd name="connsiteY4" fmla="*/ 395597 h 2678356"/>
              <a:gd name="connsiteX5" fmla="*/ 3236724 w 3236724"/>
              <a:gd name="connsiteY5" fmla="*/ 1417925 h 2678356"/>
              <a:gd name="connsiteX6" fmla="*/ 3068575 w 3236724"/>
              <a:gd name="connsiteY6" fmla="*/ 1837191 h 2678356"/>
              <a:gd name="connsiteX7" fmla="*/ 2570726 w 3236724"/>
              <a:gd name="connsiteY7" fmla="*/ 2227590 h 2678356"/>
              <a:gd name="connsiteX8" fmla="*/ 2461266 w 3236724"/>
              <a:gd name="connsiteY8" fmla="*/ 2302270 h 2678356"/>
              <a:gd name="connsiteX9" fmla="*/ 1561831 w 3236724"/>
              <a:gd name="connsiteY9" fmla="*/ 2678356 h 2678356"/>
              <a:gd name="connsiteX10" fmla="*/ 1561750 w 3236724"/>
              <a:gd name="connsiteY10" fmla="*/ 2678352 h 2678356"/>
              <a:gd name="connsiteX11" fmla="*/ 1561683 w 3236724"/>
              <a:gd name="connsiteY11" fmla="*/ 2678356 h 2678356"/>
              <a:gd name="connsiteX12" fmla="*/ 376860 w 3236724"/>
              <a:gd name="connsiteY12" fmla="*/ 2067039 h 2678356"/>
              <a:gd name="connsiteX13" fmla="*/ 250592 w 3236724"/>
              <a:gd name="connsiteY13" fmla="*/ 1910648 h 2678356"/>
              <a:gd name="connsiteX14" fmla="*/ 0 w 3236724"/>
              <a:gd name="connsiteY14" fmla="*/ 1417925 h 2678356"/>
              <a:gd name="connsiteX15" fmla="*/ 151411 w 3236724"/>
              <a:gd name="connsiteY15" fmla="*/ 887282 h 2678356"/>
              <a:gd name="connsiteX16" fmla="*/ 568971 w 3236724"/>
              <a:gd name="connsiteY16" fmla="*/ 431316 h 2678356"/>
              <a:gd name="connsiteX17" fmla="*/ 1172669 w 3236724"/>
              <a:gd name="connsiteY17" fmla="*/ 115107 h 2678356"/>
              <a:gd name="connsiteX18" fmla="*/ 1852211 w 3236724"/>
              <a:gd name="connsiteY18" fmla="*/ 0 h 267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236724" h="2678356">
                <a:moveTo>
                  <a:pt x="1852211" y="0"/>
                </a:moveTo>
                <a:lnTo>
                  <a:pt x="1852285" y="3"/>
                </a:lnTo>
                <a:lnTo>
                  <a:pt x="1852359" y="0"/>
                </a:lnTo>
                <a:cubicBezTo>
                  <a:pt x="2065168" y="0"/>
                  <a:pt x="2261029" y="36024"/>
                  <a:pt x="2434596" y="106974"/>
                </a:cubicBezTo>
                <a:cubicBezTo>
                  <a:pt x="2597258" y="173517"/>
                  <a:pt x="2740125" y="270643"/>
                  <a:pt x="2859238" y="395597"/>
                </a:cubicBezTo>
                <a:cubicBezTo>
                  <a:pt x="3102677" y="651072"/>
                  <a:pt x="3236724" y="1014131"/>
                  <a:pt x="3236724" y="1417925"/>
                </a:cubicBezTo>
                <a:cubicBezTo>
                  <a:pt x="3236724" y="1579026"/>
                  <a:pt x="3184842" y="1708324"/>
                  <a:pt x="3068575" y="1837191"/>
                </a:cubicBezTo>
                <a:cubicBezTo>
                  <a:pt x="2946961" y="1971994"/>
                  <a:pt x="2764225" y="2096154"/>
                  <a:pt x="2570726" y="2227590"/>
                </a:cubicBezTo>
                <a:cubicBezTo>
                  <a:pt x="2535026" y="2251811"/>
                  <a:pt x="2498146" y="2276888"/>
                  <a:pt x="2461266" y="2302270"/>
                </a:cubicBezTo>
                <a:cubicBezTo>
                  <a:pt x="2131149" y="2529427"/>
                  <a:pt x="1890211" y="2678356"/>
                  <a:pt x="1561831" y="2678356"/>
                </a:cubicBezTo>
                <a:lnTo>
                  <a:pt x="1561750" y="2678352"/>
                </a:lnTo>
                <a:lnTo>
                  <a:pt x="1561683" y="2678356"/>
                </a:lnTo>
                <a:cubicBezTo>
                  <a:pt x="1061332" y="2678356"/>
                  <a:pt x="706977" y="2495543"/>
                  <a:pt x="376860" y="2067039"/>
                </a:cubicBezTo>
                <a:cubicBezTo>
                  <a:pt x="333659" y="2010953"/>
                  <a:pt x="291431" y="1959945"/>
                  <a:pt x="250592" y="1910648"/>
                </a:cubicBezTo>
                <a:cubicBezTo>
                  <a:pt x="81331" y="1706243"/>
                  <a:pt x="0" y="1599944"/>
                  <a:pt x="0" y="1417925"/>
                </a:cubicBezTo>
                <a:cubicBezTo>
                  <a:pt x="0" y="1237191"/>
                  <a:pt x="50979" y="1058657"/>
                  <a:pt x="151411" y="887282"/>
                </a:cubicBezTo>
                <a:cubicBezTo>
                  <a:pt x="249689" y="719635"/>
                  <a:pt x="390195" y="566180"/>
                  <a:pt x="568971" y="431316"/>
                </a:cubicBezTo>
                <a:cubicBezTo>
                  <a:pt x="744691" y="298716"/>
                  <a:pt x="953401" y="189359"/>
                  <a:pt x="1172669" y="115107"/>
                </a:cubicBezTo>
                <a:cubicBezTo>
                  <a:pt x="1397840" y="38716"/>
                  <a:pt x="1626554" y="0"/>
                  <a:pt x="1852211" y="0"/>
                </a:cubicBezTo>
                <a:close/>
              </a:path>
            </a:pathLst>
          </a:custGeom>
          <a:solidFill>
            <a:schemeClr val="bg1">
              <a:alpha val="30000"/>
            </a:schemeClr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7" name="Graphic 6" descr="Handshake">
            <a:extLst>
              <a:ext uri="{FF2B5EF4-FFF2-40B4-BE49-F238E27FC236}">
                <a16:creationId xmlns:a16="http://schemas.microsoft.com/office/drawing/2014/main" id="{F32A4CB7-6167-7E95-ABF6-ED829AE93C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46425" y="1387767"/>
            <a:ext cx="1255592" cy="125559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254F1-2316-F56B-3AFA-17EDB99DC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0874" y="4595854"/>
            <a:ext cx="8932863" cy="162397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0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8739316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Words>290</Words>
  <Application>Microsoft Office PowerPoint</Application>
  <PresentationFormat>Widescreen</PresentationFormat>
  <Paragraphs>68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Meiryo</vt:lpstr>
      <vt:lpstr>Arial</vt:lpstr>
      <vt:lpstr>Calibri</vt:lpstr>
      <vt:lpstr>Calibri Light</vt:lpstr>
      <vt:lpstr>Office Theme</vt:lpstr>
      <vt:lpstr>MARKETING CAMPAIGN DESIGN      Product: Zomato Food Delivery   Campaign: Food at Your Fingertips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sailaja reddy</dc:creator>
  <cp:lastModifiedBy>sailaja reddy</cp:lastModifiedBy>
  <cp:revision>1</cp:revision>
  <dcterms:created xsi:type="dcterms:W3CDTF">2026-06-15T03:48:04Z</dcterms:created>
  <dcterms:modified xsi:type="dcterms:W3CDTF">2026-07-03T14:27:52Z</dcterms:modified>
</cp:coreProperties>
</file>